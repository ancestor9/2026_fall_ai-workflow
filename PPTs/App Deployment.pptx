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1136" r:id="rId3"/>
    <p:sldId id="1264" r:id="rId4"/>
    <p:sldId id="1278" r:id="rId5"/>
    <p:sldId id="1263" r:id="rId6"/>
    <p:sldId id="1265" r:id="rId7"/>
    <p:sldId id="1266" r:id="rId8"/>
    <p:sldId id="1268" r:id="rId9"/>
    <p:sldId id="1267" r:id="rId10"/>
    <p:sldId id="1269" r:id="rId11"/>
    <p:sldId id="1277" r:id="rId12"/>
    <p:sldId id="1271" r:id="rId13"/>
    <p:sldId id="1272" r:id="rId14"/>
    <p:sldId id="1273" r:id="rId15"/>
    <p:sldId id="1274" r:id="rId16"/>
    <p:sldId id="1275" r:id="rId17"/>
    <p:sldId id="1276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264"/>
            <p14:sldId id="1278"/>
            <p14:sldId id="1263"/>
            <p14:sldId id="1265"/>
            <p14:sldId id="1266"/>
            <p14:sldId id="1268"/>
            <p14:sldId id="1267"/>
            <p14:sldId id="1269"/>
            <p14:sldId id="1277"/>
            <p14:sldId id="1271"/>
            <p14:sldId id="1272"/>
            <p14:sldId id="1273"/>
            <p14:sldId id="1274"/>
            <p14:sldId id="1275"/>
            <p14:sldId id="1276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392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2026-08-21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2026-08-21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8/21/2026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2026-08-21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 Deployment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981074" y="1746840"/>
            <a:ext cx="9848333" cy="336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/GitHub 기본기(계정 생성,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설치, GitHub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익혀 코드를 버전 관리하고 원격 저장소에 올리기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CI/CD 개념과 GitHub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실습(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예제)하여, 코드 변경이 자동으로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Docker로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애플리케이션을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컨테이너화하여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배포하는 법을 익혀, 로컬 개발부터 자동화된 배포까지 전체 흐름을 실전으로 완성</a:t>
            </a: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4D502D8-2161-F2CC-62B6-823679B5CD6C}"/>
              </a:ext>
            </a:extLst>
          </p:cNvPr>
          <p:cNvSpPr/>
          <p:nvPr/>
        </p:nvSpPr>
        <p:spPr>
          <a:xfrm>
            <a:off x="628650" y="5019675"/>
            <a:ext cx="10200757" cy="56197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903285" y="1619250"/>
            <a:ext cx="10669590" cy="44471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Install git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Install GitHub Desktop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Delivery / Deployment)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Cline(Option)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 (request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&lt;-&gt; response)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 Exercise (python +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sapce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Deployment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9193DBC-52DB-BF95-C9AE-3B5D294F46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Exercise 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(python +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3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sapce</a:t>
            </a:r>
            <a: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5400" dirty="0"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084553-1240-F4AB-5C9A-FF6A74293622}"/>
              </a:ext>
            </a:extLst>
          </p:cNvPr>
          <p:cNvSpPr txBox="1"/>
          <p:nvPr/>
        </p:nvSpPr>
        <p:spPr>
          <a:xfrm>
            <a:off x="591620" y="1248422"/>
            <a:ext cx="11047930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98D85BC-4D9F-B91C-3041-7AA66F21CF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1257300" y="2103198"/>
            <a:ext cx="6096000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Deployment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56311E5-7256-D3E9-E789-358C2B19FA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Rectangle 2">
            <a:extLst>
              <a:ext uri="{FF2B5EF4-FFF2-40B4-BE49-F238E27FC236}">
                <a16:creationId xmlns:a16="http://schemas.microsoft.com/office/drawing/2014/main" id="{9D2E4FE6-88CB-4B28-45F1-11126F9C1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2210514"/>
            <a:ext cx="11154380" cy="33323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4184478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8BD33A-6D4F-7983-05F1-FD4213D10F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B89909-E97F-29A7-E7F1-B9A29BB959A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948C15-FDC3-711B-6FFF-DA3B587AFEE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6B74DF-A617-6F5B-B0F7-4B5F480EB67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573CE50D-45DD-A082-4E33-08CB3DE499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8504A012-36C2-A0FE-73EA-163FFB056B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6B67764-92A4-6371-4797-DBF149A811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89107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docker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25374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82B21F8-E3B2-3124-A7A1-C89690B27C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A00BA074-3502-A522-021F-D1C1E6C7374A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18115</TotalTime>
  <Words>811</Words>
  <Application>Microsoft Office PowerPoint</Application>
  <PresentationFormat>와이드스크린</PresentationFormat>
  <Paragraphs>145</Paragraphs>
  <Slides>17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4" baseType="lpstr">
      <vt:lpstr>D2Coding</vt:lpstr>
      <vt:lpstr>맑은 고딕</vt:lpstr>
      <vt:lpstr>Batang</vt:lpstr>
      <vt:lpstr>Arial</vt:lpstr>
      <vt:lpstr>Segoe UI Emoji</vt:lpstr>
      <vt:lpstr>Wingdings</vt:lpstr>
      <vt:lpstr>WelcomeDoc</vt:lpstr>
      <vt:lpstr>App Deployment</vt:lpstr>
      <vt:lpstr>PowerPoint 프레젠테이션</vt:lpstr>
      <vt:lpstr>PowerPoint 프레젠테이션</vt:lpstr>
      <vt:lpstr>GitHub Actions Exercise  (python + gradio + Huggingface sapce)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Deployment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239</cp:revision>
  <dcterms:created xsi:type="dcterms:W3CDTF">2026-04-06T01:00:39Z</dcterms:created>
  <dcterms:modified xsi:type="dcterms:W3CDTF">2026-08-21T14:41:34Z</dcterms:modified>
  <cp:version/>
</cp:coreProperties>
</file>