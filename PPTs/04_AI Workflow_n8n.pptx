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9"/>
  </p:notesMasterIdLst>
  <p:handoutMasterIdLst>
    <p:handoutMasterId r:id="rId100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301" r:id="rId29"/>
    <p:sldId id="1302" r:id="rId30"/>
    <p:sldId id="1303" r:id="rId31"/>
    <p:sldId id="1300" r:id="rId32"/>
    <p:sldId id="1272" r:id="rId33"/>
    <p:sldId id="1288" r:id="rId34"/>
    <p:sldId id="1274" r:id="rId35"/>
    <p:sldId id="1284" r:id="rId36"/>
    <p:sldId id="1285" r:id="rId37"/>
    <p:sldId id="1287" r:id="rId38"/>
    <p:sldId id="1141" r:id="rId39"/>
    <p:sldId id="1232" r:id="rId40"/>
    <p:sldId id="1233" r:id="rId41"/>
    <p:sldId id="1234" r:id="rId42"/>
    <p:sldId id="1235" r:id="rId43"/>
    <p:sldId id="1239" r:id="rId44"/>
    <p:sldId id="1236" r:id="rId45"/>
    <p:sldId id="1237" r:id="rId46"/>
    <p:sldId id="1238" r:id="rId47"/>
    <p:sldId id="1283" r:id="rId48"/>
    <p:sldId id="1231" r:id="rId49"/>
    <p:sldId id="1144" r:id="rId50"/>
    <p:sldId id="1275" r:id="rId51"/>
    <p:sldId id="1241" r:id="rId52"/>
    <p:sldId id="1242" r:id="rId53"/>
    <p:sldId id="1246" r:id="rId54"/>
    <p:sldId id="1243" r:id="rId55"/>
    <p:sldId id="1244" r:id="rId56"/>
    <p:sldId id="1245" r:id="rId57"/>
    <p:sldId id="1247" r:id="rId58"/>
    <p:sldId id="1248" r:id="rId59"/>
    <p:sldId id="1249" r:id="rId60"/>
    <p:sldId id="1276" r:id="rId61"/>
    <p:sldId id="1277" r:id="rId62"/>
    <p:sldId id="1281" r:id="rId63"/>
    <p:sldId id="1282" r:id="rId64"/>
    <p:sldId id="1311" r:id="rId65"/>
    <p:sldId id="1308" r:id="rId66"/>
    <p:sldId id="1156" r:id="rId67"/>
    <p:sldId id="1157" r:id="rId68"/>
    <p:sldId id="1256" r:id="rId69"/>
    <p:sldId id="1309" r:id="rId70"/>
    <p:sldId id="1310" r:id="rId71"/>
    <p:sldId id="1263" r:id="rId72"/>
    <p:sldId id="1254" r:id="rId73"/>
    <p:sldId id="1304" r:id="rId74"/>
    <p:sldId id="1305" r:id="rId75"/>
    <p:sldId id="1255" r:id="rId76"/>
    <p:sldId id="1261" r:id="rId77"/>
    <p:sldId id="1312" r:id="rId78"/>
    <p:sldId id="1262" r:id="rId79"/>
    <p:sldId id="1257" r:id="rId80"/>
    <p:sldId id="1259" r:id="rId81"/>
    <p:sldId id="1258" r:id="rId82"/>
    <p:sldId id="1260" r:id="rId83"/>
    <p:sldId id="1306" r:id="rId84"/>
    <p:sldId id="1307" r:id="rId85"/>
    <p:sldId id="1252" r:id="rId86"/>
    <p:sldId id="1266" r:id="rId87"/>
    <p:sldId id="1253" r:id="rId88"/>
    <p:sldId id="1264" r:id="rId89"/>
    <p:sldId id="1279" r:id="rId90"/>
    <p:sldId id="1280" r:id="rId91"/>
    <p:sldId id="1250" r:id="rId92"/>
    <p:sldId id="1240" r:id="rId93"/>
    <p:sldId id="1145" r:id="rId94"/>
    <p:sldId id="1251" r:id="rId95"/>
    <p:sldId id="1138" r:id="rId96"/>
    <p:sldId id="1143" r:id="rId97"/>
    <p:sldId id="1139" r:id="rId9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256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06"/>
            <p14:sldId id="1307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36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handoutMaster" Target="handoutMasters/handoutMaster1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11" Type="http://schemas.openxmlformats.org/officeDocument/2006/relationships/image" Target="../media/image48.sv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11.svg"/><Relationship Id="rId9" Type="http://schemas.openxmlformats.org/officeDocument/2006/relationships/image" Target="../media/image4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hyperlink" Target="https://www.youtube.com/watch?v=lXNIteL16Z0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5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www.youtube.com/watch?v=tf1mnCVWJkQ&amp;t=413s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3.png"/><Relationship Id="rId4" Type="http://schemas.openxmlformats.org/officeDocument/2006/relationships/hyperlink" Target="https://word2vec.kr/search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3.sv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26.sv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9.sv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2.sv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6.sv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65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515D7-1057-DC67-D01E-9A6E591D271D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E57D0-79B6-9179-B886-25C9A1E2032C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33A4415-D73D-150F-4E22-8595F5CAC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A56FC32-9008-0D94-4F85-B66F22FDF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69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18967</TotalTime>
  <Words>2785</Words>
  <Application>Microsoft Office PowerPoint</Application>
  <PresentationFormat>와이드스크린</PresentationFormat>
  <Paragraphs>540</Paragraphs>
  <Slides>97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97</vt:i4>
      </vt:variant>
    </vt:vector>
  </HeadingPairs>
  <TitlesOfParts>
    <vt:vector size="109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260</cp:revision>
  <dcterms:created xsi:type="dcterms:W3CDTF">2026-04-06T01:00:39Z</dcterms:created>
  <dcterms:modified xsi:type="dcterms:W3CDTF">2026-09-16T11:46:34Z</dcterms:modified>
  <cp:version/>
</cp:coreProperties>
</file>