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6"/>
  </p:notesMasterIdLst>
  <p:handoutMasterIdLst>
    <p:handoutMasterId r:id="rId77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265" r:id="rId64"/>
    <p:sldId id="1275" r:id="rId65"/>
    <p:sldId id="266" r:id="rId66"/>
    <p:sldId id="269" r:id="rId67"/>
    <p:sldId id="1304" r:id="rId68"/>
    <p:sldId id="1272" r:id="rId69"/>
    <p:sldId id="1279" r:id="rId70"/>
    <p:sldId id="1292" r:id="rId71"/>
    <p:sldId id="1340" r:id="rId72"/>
    <p:sldId id="1321" r:id="rId73"/>
    <p:sldId id="1322" r:id="rId74"/>
    <p:sldId id="1320" r:id="rId7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commentAuthors" Target="commentAuthors.xml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18754</TotalTime>
  <Words>4764</Words>
  <Application>Microsoft Office PowerPoint</Application>
  <PresentationFormat>와이드스크린</PresentationFormat>
  <Paragraphs>922</Paragraphs>
  <Slides>74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74</vt:i4>
      </vt:variant>
    </vt:vector>
  </HeadingPairs>
  <TitlesOfParts>
    <vt:vector size="86" baseType="lpstr">
      <vt:lpstr>D2Coding</vt:lpstr>
      <vt:lpstr>Noto Sans Symbols</vt:lpstr>
      <vt:lpstr>Sorts Mill Goudy</vt:lpstr>
      <vt:lpstr>Malgun Gothic</vt:lpstr>
      <vt:lpstr>Malgun Gothic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266</cp:revision>
  <dcterms:created xsi:type="dcterms:W3CDTF">2026-04-06T01:00:39Z</dcterms:created>
  <dcterms:modified xsi:type="dcterms:W3CDTF">2026-09-09T01:08:29Z</dcterms:modified>
  <cp:version/>
</cp:coreProperties>
</file>