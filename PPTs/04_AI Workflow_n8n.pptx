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9"/>
  </p:notesMasterIdLst>
  <p:handoutMasterIdLst>
    <p:handoutMasterId r:id="rId100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224" r:id="rId8"/>
    <p:sldId id="1230" r:id="rId9"/>
    <p:sldId id="1289" r:id="rId10"/>
    <p:sldId id="1155" r:id="rId11"/>
    <p:sldId id="1153" r:id="rId12"/>
    <p:sldId id="1291" r:id="rId13"/>
    <p:sldId id="1290" r:id="rId14"/>
    <p:sldId id="1298" r:id="rId15"/>
    <p:sldId id="1299" r:id="rId16"/>
    <p:sldId id="1292" r:id="rId17"/>
    <p:sldId id="1293" r:id="rId18"/>
    <p:sldId id="1294" r:id="rId19"/>
    <p:sldId id="1295" r:id="rId20"/>
    <p:sldId id="1296" r:id="rId21"/>
    <p:sldId id="1297" r:id="rId22"/>
    <p:sldId id="1286" r:id="rId23"/>
    <p:sldId id="1273" r:id="rId24"/>
    <p:sldId id="1142" r:id="rId25"/>
    <p:sldId id="1270" r:id="rId26"/>
    <p:sldId id="1228" r:id="rId27"/>
    <p:sldId id="1269" r:id="rId28"/>
    <p:sldId id="1301" r:id="rId29"/>
    <p:sldId id="1302" r:id="rId30"/>
    <p:sldId id="1303" r:id="rId31"/>
    <p:sldId id="1300" r:id="rId32"/>
    <p:sldId id="1272" r:id="rId33"/>
    <p:sldId id="1288" r:id="rId34"/>
    <p:sldId id="1274" r:id="rId35"/>
    <p:sldId id="1284" r:id="rId36"/>
    <p:sldId id="1285" r:id="rId37"/>
    <p:sldId id="1287" r:id="rId38"/>
    <p:sldId id="1141" r:id="rId39"/>
    <p:sldId id="1232" r:id="rId40"/>
    <p:sldId id="1233" r:id="rId41"/>
    <p:sldId id="1234" r:id="rId42"/>
    <p:sldId id="1235" r:id="rId43"/>
    <p:sldId id="1239" r:id="rId44"/>
    <p:sldId id="1236" r:id="rId45"/>
    <p:sldId id="1237" r:id="rId46"/>
    <p:sldId id="1238" r:id="rId47"/>
    <p:sldId id="1283" r:id="rId48"/>
    <p:sldId id="1231" r:id="rId49"/>
    <p:sldId id="1144" r:id="rId50"/>
    <p:sldId id="1275" r:id="rId51"/>
    <p:sldId id="1241" r:id="rId52"/>
    <p:sldId id="1242" r:id="rId53"/>
    <p:sldId id="1246" r:id="rId54"/>
    <p:sldId id="1243" r:id="rId55"/>
    <p:sldId id="1244" r:id="rId56"/>
    <p:sldId id="1245" r:id="rId57"/>
    <p:sldId id="1247" r:id="rId58"/>
    <p:sldId id="1248" r:id="rId59"/>
    <p:sldId id="1249" r:id="rId60"/>
    <p:sldId id="1276" r:id="rId61"/>
    <p:sldId id="1277" r:id="rId62"/>
    <p:sldId id="1281" r:id="rId63"/>
    <p:sldId id="1282" r:id="rId64"/>
    <p:sldId id="1311" r:id="rId65"/>
    <p:sldId id="1308" r:id="rId66"/>
    <p:sldId id="1156" r:id="rId67"/>
    <p:sldId id="1157" r:id="rId68"/>
    <p:sldId id="1309" r:id="rId69"/>
    <p:sldId id="1310" r:id="rId70"/>
    <p:sldId id="1263" r:id="rId71"/>
    <p:sldId id="1254" r:id="rId72"/>
    <p:sldId id="1304" r:id="rId73"/>
    <p:sldId id="1305" r:id="rId74"/>
    <p:sldId id="1255" r:id="rId75"/>
    <p:sldId id="1261" r:id="rId76"/>
    <p:sldId id="1257" r:id="rId77"/>
    <p:sldId id="1259" r:id="rId78"/>
    <p:sldId id="1258" r:id="rId79"/>
    <p:sldId id="1260" r:id="rId80"/>
    <p:sldId id="1256" r:id="rId81"/>
    <p:sldId id="1262" r:id="rId82"/>
    <p:sldId id="1306" r:id="rId83"/>
    <p:sldId id="1307" r:id="rId84"/>
    <p:sldId id="1252" r:id="rId85"/>
    <p:sldId id="1266" r:id="rId86"/>
    <p:sldId id="1253" r:id="rId87"/>
    <p:sldId id="1264" r:id="rId88"/>
    <p:sldId id="1267" r:id="rId89"/>
    <p:sldId id="1279" r:id="rId90"/>
    <p:sldId id="1280" r:id="rId91"/>
    <p:sldId id="1250" r:id="rId92"/>
    <p:sldId id="1240" r:id="rId93"/>
    <p:sldId id="1145" r:id="rId94"/>
    <p:sldId id="1251" r:id="rId95"/>
    <p:sldId id="1138" r:id="rId96"/>
    <p:sldId id="1143" r:id="rId97"/>
    <p:sldId id="1139" r:id="rId9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224"/>
            <p14:sldId id="1230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81"/>
            <p14:sldId id="1282"/>
            <p14:sldId id="1311"/>
            <p14:sldId id="1308"/>
            <p14:sldId id="1156"/>
            <p14:sldId id="1157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257"/>
            <p14:sldId id="1259"/>
            <p14:sldId id="1258"/>
            <p14:sldId id="1260"/>
            <p14:sldId id="1256"/>
            <p14:sldId id="1262"/>
            <p14:sldId id="1306"/>
            <p14:sldId id="1307"/>
            <p14:sldId id="1252"/>
            <p14:sldId id="1266"/>
            <p14:sldId id="1253"/>
            <p14:sldId id="1264"/>
            <p14:sldId id="1267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227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notesMaster" Target="notesMasters/notesMaster1.xml"/><Relationship Id="rId10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handoutMaster" Target="handoutMasters/handoutMaster1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D95C3-D9E0-71A5-34D2-F665198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CB6233-8EF4-19C2-36D1-42A49C225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54F18A-437C-B1A3-74F3-5B141D836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9E1B5-2CBB-7870-10EF-F23ECDA39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88815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svg"/><Relationship Id="rId11" Type="http://schemas.openxmlformats.org/officeDocument/2006/relationships/image" Target="../media/image48.sv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11.svg"/><Relationship Id="rId9" Type="http://schemas.openxmlformats.org/officeDocument/2006/relationships/image" Target="../media/image4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hyperlink" Target="https://www.youtube.com/watch?v=lXNIteL16Z0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5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hyperlink" Target="https://www.youtube.com/watch?v=tf1mnCVWJkQ&amp;t=413s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3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6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8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1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1.png"/><Relationship Id="rId4" Type="http://schemas.openxmlformats.org/officeDocument/2006/relationships/hyperlink" Target="https://word2vec.kr/search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9.sv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22.svg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2.sv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6.sv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9.sv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3.sv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8467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FF03A7-0BEB-867D-60A5-08422A62D7A2}"/>
              </a:ext>
            </a:extLst>
          </p:cNvPr>
          <p:cNvSpPr/>
          <p:nvPr/>
        </p:nvSpPr>
        <p:spPr>
          <a:xfrm>
            <a:off x="5059217" y="4438770"/>
            <a:ext cx="557183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133482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1968569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1987516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659626"/>
            <a:ext cx="10059005" cy="4667288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1477063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1528365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1502536"/>
            <a:ext cx="7523299" cy="487348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0199609-6F53-A76B-90C7-809C687EA063}"/>
              </a:ext>
            </a:extLst>
          </p:cNvPr>
          <p:cNvSpPr/>
          <p:nvPr/>
        </p:nvSpPr>
        <p:spPr>
          <a:xfrm>
            <a:off x="3040163" y="30239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E35FA7-B339-041B-1C38-023BDA2A4A75}"/>
              </a:ext>
            </a:extLst>
          </p:cNvPr>
          <p:cNvSpPr/>
          <p:nvPr/>
        </p:nvSpPr>
        <p:spPr>
          <a:xfrm>
            <a:off x="3040163" y="37574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0620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65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68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69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3AEF7BB-2CBD-5358-053C-7C8C4A18D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69" y="1761954"/>
            <a:ext cx="7761149" cy="38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1A40CA-E54E-3283-851B-7CE4FFFA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76" y="1865788"/>
            <a:ext cx="11062340" cy="38301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602" y="133350"/>
            <a:ext cx="4433216" cy="39122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600" y="4000501"/>
            <a:ext cx="4433217" cy="272414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941" y="254670"/>
            <a:ext cx="4841326" cy="310451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813" y="3387907"/>
            <a:ext cx="4828844" cy="3067354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432800" y="5462905"/>
            <a:ext cx="2636377" cy="115125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73046" y="1646664"/>
            <a:ext cx="3517594" cy="25798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873046" y="4471144"/>
            <a:ext cx="3517594" cy="114741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F02E-9E6D-5478-8A71-D7BFFE7FE87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44C99D-E3F4-C9EF-E472-66EAF5F38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151" y="2201631"/>
            <a:ext cx="8377809" cy="4002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9F70A-B0DA-03EA-6E71-82EF4615EFFB}"/>
              </a:ext>
            </a:extLst>
          </p:cNvPr>
          <p:cNvSpPr txBox="1"/>
          <p:nvPr/>
        </p:nvSpPr>
        <p:spPr>
          <a:xfrm>
            <a:off x="1489546" y="1845584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22367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159C8-AA5B-CBBA-203A-8626C6A1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DD2ED-9AFB-69AA-4D74-9AC4705795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for me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FB04A64-894A-D03C-3B26-67651C5B772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A9CBA981-4433-CA12-E7E3-B7D3B09DC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570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7754D-B7CC-BA5B-9E06-5ABF07A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A0C7D61-655B-0136-01EA-DE5A254FBDC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50AC12-6E44-7F44-38A2-0E10AF5CE3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D08872-95EC-FC1B-AC7F-974A2E20ACDB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10292-B91C-93A9-E9DC-F0C6EA13E754}"/>
              </a:ext>
            </a:extLst>
          </p:cNvPr>
          <p:cNvSpPr txBox="1"/>
          <p:nvPr/>
        </p:nvSpPr>
        <p:spPr>
          <a:xfrm>
            <a:off x="553056" y="1248422"/>
            <a:ext cx="1116329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이순신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장군에 대한 내용을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변경하고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저장한 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누구인지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해보자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7615D8D-823C-DA00-C4AF-2D7A93450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Fake RAG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4B14C7-180A-07AB-4ED9-8142E78FD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2662521"/>
            <a:ext cx="6456108" cy="15329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47D74D-331F-06D5-97D5-EEC1C7513A85}"/>
              </a:ext>
            </a:extLst>
          </p:cNvPr>
          <p:cNvSpPr txBox="1"/>
          <p:nvPr/>
        </p:nvSpPr>
        <p:spPr>
          <a:xfrm>
            <a:off x="8167238" y="2905780"/>
            <a:ext cx="33813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59543840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FF8D9-AF21-E066-114C-B815179C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55AACB-CCCC-6EAD-393E-D0F8D0DE65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키워드 검색하고 감성분석 후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BBDF2C-2917-94E1-BD11-4D79BA4BAB88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FDA6C3-0CBB-2A83-D25D-FFD4D542DA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466755-A539-5A16-D6BE-268953430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45" y="1840092"/>
            <a:ext cx="11179509" cy="3177815"/>
          </a:xfrm>
          <a:prstGeom prst="rect">
            <a:avLst/>
          </a:prstGeom>
        </p:spPr>
      </p:pic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BFEB97F5-49B4-8677-23D4-2B12A2C889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1522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18830</TotalTime>
  <Words>2599</Words>
  <Application>Microsoft Office PowerPoint</Application>
  <PresentationFormat>와이드스크린</PresentationFormat>
  <Paragraphs>526</Paragraphs>
  <Slides>97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97</vt:i4>
      </vt:variant>
    </vt:vector>
  </HeadingPairs>
  <TitlesOfParts>
    <vt:vector size="109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 for me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254</cp:revision>
  <dcterms:created xsi:type="dcterms:W3CDTF">2026-04-06T01:00:39Z</dcterms:created>
  <dcterms:modified xsi:type="dcterms:W3CDTF">2026-09-15T23:24:27Z</dcterms:modified>
  <cp:version/>
</cp:coreProperties>
</file>