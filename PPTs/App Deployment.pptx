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2"/>
  </p:notesMasterIdLst>
  <p:handoutMasterIdLst>
    <p:handoutMasterId r:id="rId83"/>
  </p:handoutMasterIdLst>
  <p:sldIdLst>
    <p:sldId id="256" r:id="rId2"/>
    <p:sldId id="1280" r:id="rId3"/>
    <p:sldId id="1136" r:id="rId4"/>
    <p:sldId id="1288" r:id="rId5"/>
    <p:sldId id="1264" r:id="rId6"/>
    <p:sldId id="1281" r:id="rId7"/>
    <p:sldId id="1286" r:id="rId8"/>
    <p:sldId id="1294" r:id="rId9"/>
    <p:sldId id="1296" r:id="rId10"/>
    <p:sldId id="1295" r:id="rId11"/>
    <p:sldId id="1282" r:id="rId12"/>
    <p:sldId id="1297" r:id="rId13"/>
    <p:sldId id="1298" r:id="rId14"/>
    <p:sldId id="1299" r:id="rId15"/>
    <p:sldId id="1300" r:id="rId16"/>
    <p:sldId id="1284" r:id="rId17"/>
    <p:sldId id="1289" r:id="rId18"/>
    <p:sldId id="1287" r:id="rId19"/>
    <p:sldId id="1283" r:id="rId20"/>
    <p:sldId id="1301" r:id="rId21"/>
    <p:sldId id="1302" r:id="rId22"/>
    <p:sldId id="1278" r:id="rId23"/>
    <p:sldId id="1290" r:id="rId24"/>
    <p:sldId id="1303" r:id="rId25"/>
    <p:sldId id="1263" r:id="rId26"/>
    <p:sldId id="1306" r:id="rId27"/>
    <p:sldId id="1307" r:id="rId28"/>
    <p:sldId id="1305" r:id="rId29"/>
    <p:sldId id="1265" r:id="rId30"/>
    <p:sldId id="1266" r:id="rId31"/>
    <p:sldId id="1268" r:id="rId32"/>
    <p:sldId id="1267" r:id="rId33"/>
    <p:sldId id="1269" r:id="rId34"/>
    <p:sldId id="1277" r:id="rId35"/>
    <p:sldId id="258" r:id="rId36"/>
    <p:sldId id="1271" r:id="rId37"/>
    <p:sldId id="259" r:id="rId38"/>
    <p:sldId id="260" r:id="rId39"/>
    <p:sldId id="353" r:id="rId40"/>
    <p:sldId id="354" r:id="rId41"/>
    <p:sldId id="262" r:id="rId42"/>
    <p:sldId id="1317" r:id="rId43"/>
    <p:sldId id="263" r:id="rId44"/>
    <p:sldId id="1318" r:id="rId45"/>
    <p:sldId id="1319" r:id="rId46"/>
    <p:sldId id="264" r:id="rId47"/>
    <p:sldId id="267" r:id="rId48"/>
    <p:sldId id="268" r:id="rId49"/>
    <p:sldId id="265" r:id="rId50"/>
    <p:sldId id="1275" r:id="rId51"/>
    <p:sldId id="266" r:id="rId52"/>
    <p:sldId id="269" r:id="rId53"/>
    <p:sldId id="274" r:id="rId54"/>
    <p:sldId id="277" r:id="rId55"/>
    <p:sldId id="1276" r:id="rId56"/>
    <p:sldId id="1273" r:id="rId57"/>
    <p:sldId id="1274" r:id="rId58"/>
    <p:sldId id="1304" r:id="rId59"/>
    <p:sldId id="1272" r:id="rId60"/>
    <p:sldId id="1279" r:id="rId61"/>
    <p:sldId id="1292" r:id="rId62"/>
    <p:sldId id="1321" r:id="rId63"/>
    <p:sldId id="1322" r:id="rId64"/>
    <p:sldId id="1320" r:id="rId65"/>
    <p:sldId id="1285" r:id="rId66"/>
    <p:sldId id="1293" r:id="rId67"/>
    <p:sldId id="285" r:id="rId68"/>
    <p:sldId id="286" r:id="rId69"/>
    <p:sldId id="287" r:id="rId70"/>
    <p:sldId id="288" r:id="rId71"/>
    <p:sldId id="1308" r:id="rId72"/>
    <p:sldId id="1309" r:id="rId73"/>
    <p:sldId id="1310" r:id="rId74"/>
    <p:sldId id="1311" r:id="rId75"/>
    <p:sldId id="1312" r:id="rId76"/>
    <p:sldId id="1313" r:id="rId77"/>
    <p:sldId id="1314" r:id="rId78"/>
    <p:sldId id="1315" r:id="rId79"/>
    <p:sldId id="1316" r:id="rId80"/>
    <p:sldId id="1255" r:id="rId8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283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277"/>
            <p14:sldId id="258"/>
            <p14:sldId id="1271"/>
            <p14:sldId id="259"/>
            <p14:sldId id="260"/>
            <p14:sldId id="353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265"/>
            <p14:sldId id="1275"/>
            <p14:sldId id="266"/>
            <p14:sldId id="269"/>
            <p14:sldId id="274"/>
            <p14:sldId id="277"/>
            <p14:sldId id="1276"/>
            <p14:sldId id="1273"/>
            <p14:sldId id="1274"/>
            <p14:sldId id="1304"/>
            <p14:sldId id="1272"/>
            <p14:sldId id="1279"/>
            <p14:sldId id="1292"/>
            <p14:sldId id="1321"/>
            <p14:sldId id="1322"/>
            <p14:sldId id="1320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14"/>
            <p14:sldId id="1315"/>
            <p14:sldId id="1316"/>
            <p14:sldId id="125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7502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handoutMaster" Target="handoutMasters/handout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54290-5233-2A8D-0A16-4E64C03F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9770C1-FF54-8602-A54B-D8779EC5B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52E5E5-DF2C-A44F-8DE2-6BEB2FFE0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595AB-F56E-ED7F-DE64-BF203EDC4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69577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169" name="Google Shape;16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170082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7" Type="http://schemas.openxmlformats.org/officeDocument/2006/relationships/image" Target="../media/image2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jpg"/><Relationship Id="rId4" Type="http://schemas.openxmlformats.org/officeDocument/2006/relationships/hyperlink" Target="https://www.asustor.com/ko/solution/what_is_docker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jpg"/><Relationship Id="rId4" Type="http://schemas.openxmlformats.org/officeDocument/2006/relationships/image" Target="../media/image2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52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53.png"/><Relationship Id="rId9" Type="http://schemas.openxmlformats.org/officeDocument/2006/relationships/hyperlink" Target="https://en.wikipedia.org/wiki/Edge_(graph_theory)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hyperlink" Target="https://github.com/ancestor9/airflow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9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4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6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471D64-9C97-1D3F-7DF8-37462ECE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135419"/>
              </p:ext>
            </p:extLst>
          </p:nvPr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13299" y="1802604"/>
            <a:ext cx="6861610" cy="4200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Apacher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Airflow Exercise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+ 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F2216-E6DD-C354-8DE6-CD397973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96695B-1906-1CDF-ED81-479E0F93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git &amp; Install GitHub Desktop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74C4D4D-DEB1-B216-B574-1455BD02CA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691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"/>
          <p:cNvSpPr txBox="1">
            <a:spLocks noGrp="1"/>
          </p:cNvSpPr>
          <p:nvPr>
            <p:ph type="body" idx="1"/>
          </p:nvPr>
        </p:nvSpPr>
        <p:spPr>
          <a:xfrm>
            <a:off x="1006159" y="1727911"/>
            <a:ext cx="10353761" cy="4490912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Introduction of Docker</a:t>
            </a: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Docker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용어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 Mechanism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 latinLnBrk="0">
              <a:spcBef>
                <a:spcPts val="956"/>
              </a:spcBef>
              <a:spcAft>
                <a:spcPts val="0"/>
              </a:spcAft>
              <a:buSzPct val="70000"/>
              <a:buFont typeface="Wingdings" panose="05000000000000000000" pitchFamily="2" charset="2"/>
              <a:buChar char="v"/>
            </a:pP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Docker와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가상머신</a:t>
            </a:r>
            <a:r>
              <a:rPr 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(VM)</a:t>
            </a:r>
            <a:endParaRPr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ADF75F1B-9C09-4659-7714-4F43B524E9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내용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Why SW Virtualization ?</a:t>
            </a:r>
            <a:endParaRPr dirty="0"/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3325" y="36109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(Virtualization)</a:t>
            </a:r>
            <a:endParaRPr dirty="0"/>
          </a:p>
        </p:txBody>
      </p:sp>
      <p:sp>
        <p:nvSpPr>
          <p:cNvPr id="4" name="Google Shape;213;p6">
            <a:extLst>
              <a:ext uri="{FF2B5EF4-FFF2-40B4-BE49-F238E27FC236}">
                <a16:creationId xmlns:a16="http://schemas.microsoft.com/office/drawing/2014/main" id="{4E1A47E9-35C4-0260-A6A3-BF25DA21BECC}"/>
              </a:ext>
            </a:extLst>
          </p:cNvPr>
          <p:cNvSpPr txBox="1"/>
          <p:nvPr/>
        </p:nvSpPr>
        <p:spPr>
          <a:xfrm>
            <a:off x="623325" y="1329631"/>
            <a:ext cx="1093470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SzPts val="1600"/>
              <a:buFont typeface="Noto Sans Symbols"/>
              <a:buChar char="❖"/>
            </a:pPr>
            <a:r>
              <a:rPr lang="ko-KR" altLang="en-US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가상화란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컴퓨터 자원을 가상 환경으로 분리하여 프로그램들이 상호 충돌없이 실행 가능하도록 하는 아키텍처 기술</a:t>
            </a:r>
          </a:p>
        </p:txBody>
      </p:sp>
      <p:pic>
        <p:nvPicPr>
          <p:cNvPr id="1028" name="Picture 4" descr="가상화 개념(Virtualization)">
            <a:extLst>
              <a:ext uri="{FF2B5EF4-FFF2-40B4-BE49-F238E27FC236}">
                <a16:creationId xmlns:a16="http://schemas.microsoft.com/office/drawing/2014/main" id="{ECB0EA80-DE4C-4F7E-866E-8F39DDAC6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087" y="2455014"/>
            <a:ext cx="8279984" cy="4041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8F8258D-1789-8DC2-DCB6-50152FCFE3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9704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7727" y="2248469"/>
            <a:ext cx="6735855" cy="3970354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19"/>
          <p:cNvSpPr txBox="1"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Docker container 구조</a:t>
            </a:r>
            <a:endParaRPr/>
          </a:p>
        </p:txBody>
      </p:sp>
      <p:sp>
        <p:nvSpPr>
          <p:cNvPr id="341" name="Google Shape;341;p19"/>
          <p:cNvSpPr txBox="1"/>
          <p:nvPr/>
        </p:nvSpPr>
        <p:spPr>
          <a:xfrm>
            <a:off x="546846" y="1150229"/>
            <a:ext cx="11415768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▪"/>
            </a:pP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It's important to know how Docker builds and stores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images(R/O)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, and how these images are used by </a:t>
            </a:r>
            <a:r>
              <a:rPr lang="en-US" sz="1800" b="1" dirty="0">
                <a:latin typeface="Sorts Mill Goudy"/>
                <a:ea typeface="Sorts Mill Goudy"/>
                <a:cs typeface="Sorts Mill Goudy"/>
                <a:sym typeface="Sorts Mill Goudy"/>
              </a:rPr>
              <a:t>containers(R/W)</a:t>
            </a:r>
            <a:r>
              <a:rPr lang="en-US" sz="1800" dirty="0">
                <a:latin typeface="Sorts Mill Goudy"/>
                <a:ea typeface="Sorts Mill Goudy"/>
                <a:cs typeface="Sorts Mill Goudy"/>
                <a:sym typeface="Sorts Mill Goudy"/>
              </a:rPr>
              <a:t>.</a:t>
            </a:r>
            <a:endParaRPr dirty="0"/>
          </a:p>
        </p:txBody>
      </p:sp>
      <p:sp>
        <p:nvSpPr>
          <p:cNvPr id="342" name="Google Shape;342;p19"/>
          <p:cNvSpPr txBox="1"/>
          <p:nvPr/>
        </p:nvSpPr>
        <p:spPr>
          <a:xfrm>
            <a:off x="1807727" y="6367708"/>
            <a:ext cx="609442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u="sng" dirty="0">
                <a:latin typeface="Sorts Mill Goudy"/>
                <a:ea typeface="Sorts Mill Goudy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400" b="1" dirty="0"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 sz="1400" dirty="0"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3" name="Google Shape;343;p19"/>
          <p:cNvSpPr/>
          <p:nvPr/>
        </p:nvSpPr>
        <p:spPr>
          <a:xfrm>
            <a:off x="7902156" y="238686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60667" y="1354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Read/Write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7902156" y="4132720"/>
            <a:ext cx="2205318" cy="37292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w="120000" h="120000" fill="none" extrusionOk="0">
                <a:moveTo>
                  <a:pt x="-10000" y="22500"/>
                </a:moveTo>
                <a:lnTo>
                  <a:pt x="-20000" y="22500"/>
                </a:lnTo>
                <a:lnTo>
                  <a:pt x="-58103" y="126306"/>
                </a:lnTo>
              </a:path>
            </a:pathLst>
          </a:custGeom>
          <a:solidFill>
            <a:srgbClr val="A5A5A5"/>
          </a:solidFill>
          <a:ln w="15875" cap="rnd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Read Only</a:t>
            </a:r>
            <a:endParaRPr sz="1800" b="1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EBE72D6-5A77-17C5-7742-ECB0E154DA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0" y="2537313"/>
            <a:ext cx="7614889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18575</TotalTime>
  <Words>4205</Words>
  <Application>Microsoft Office PowerPoint</Application>
  <PresentationFormat>와이드스크린</PresentationFormat>
  <Paragraphs>785</Paragraphs>
  <Slides>80</Slides>
  <Notes>41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80</vt:i4>
      </vt:variant>
    </vt:vector>
  </HeadingPairs>
  <TitlesOfParts>
    <vt:vector size="91" baseType="lpstr">
      <vt:lpstr>Noto Sans Symbols</vt:lpstr>
      <vt:lpstr>Malgun Gothic</vt:lpstr>
      <vt:lpstr>Malgun Gothic</vt:lpstr>
      <vt:lpstr>Batang</vt:lpstr>
      <vt:lpstr>Arial</vt:lpstr>
      <vt:lpstr>D2Coding</vt:lpstr>
      <vt:lpstr>Segoe UI</vt:lpstr>
      <vt:lpstr>Segoe UI Emoji</vt:lpstr>
      <vt:lpstr>Sorts Mill Goudy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Install git &amp; Install GitHub Desktop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PowerPoint 프레젠테이션</vt:lpstr>
      <vt:lpstr>Why SW Virtualization ?</vt:lpstr>
      <vt:lpstr>사진기로 사진찍고 인화하기 </vt:lpstr>
      <vt:lpstr>가상화(Virtualization)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Docker 설치(WSL)</vt:lpstr>
      <vt:lpstr>PowerPoint 프레젠테이션</vt:lpstr>
      <vt:lpstr>Windows PowerShell</vt:lpstr>
      <vt:lpstr>WSL2 Installation</vt:lpstr>
      <vt:lpstr>Docker container 구조</vt:lpstr>
      <vt:lpstr>실습하기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255</cp:revision>
  <dcterms:created xsi:type="dcterms:W3CDTF">2026-04-06T01:00:39Z</dcterms:created>
  <dcterms:modified xsi:type="dcterms:W3CDTF">2026-08-26T05:50:00Z</dcterms:modified>
  <cp:version/>
</cp:coreProperties>
</file>