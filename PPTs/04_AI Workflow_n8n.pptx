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5"/>
  </p:notesMasterIdLst>
  <p:handoutMasterIdLst>
    <p:handoutMasterId r:id="rId56"/>
  </p:handoutMasterIdLst>
  <p:sldIdLst>
    <p:sldId id="256" r:id="rId2"/>
    <p:sldId id="1136" r:id="rId3"/>
    <p:sldId id="1140" r:id="rId4"/>
    <p:sldId id="1137" r:id="rId5"/>
    <p:sldId id="1224" r:id="rId6"/>
    <p:sldId id="1153" r:id="rId7"/>
    <p:sldId id="1230" r:id="rId8"/>
    <p:sldId id="1142" r:id="rId9"/>
    <p:sldId id="1141" r:id="rId10"/>
    <p:sldId id="1228" r:id="rId11"/>
    <p:sldId id="1229" r:id="rId12"/>
    <p:sldId id="1232" r:id="rId13"/>
    <p:sldId id="1233" r:id="rId14"/>
    <p:sldId id="1234" r:id="rId15"/>
    <p:sldId id="1235" r:id="rId16"/>
    <p:sldId id="1239" r:id="rId17"/>
    <p:sldId id="1236" r:id="rId18"/>
    <p:sldId id="1237" r:id="rId19"/>
    <p:sldId id="1238" r:id="rId20"/>
    <p:sldId id="1231" r:id="rId21"/>
    <p:sldId id="1144" r:id="rId22"/>
    <p:sldId id="1241" r:id="rId23"/>
    <p:sldId id="1242" r:id="rId24"/>
    <p:sldId id="1246" r:id="rId25"/>
    <p:sldId id="1243" r:id="rId26"/>
    <p:sldId id="1244" r:id="rId27"/>
    <p:sldId id="1245" r:id="rId28"/>
    <p:sldId id="1247" r:id="rId29"/>
    <p:sldId id="1248" r:id="rId30"/>
    <p:sldId id="1249" r:id="rId31"/>
    <p:sldId id="1250" r:id="rId32"/>
    <p:sldId id="1240" r:id="rId33"/>
    <p:sldId id="1145" r:id="rId34"/>
    <p:sldId id="1252" r:id="rId35"/>
    <p:sldId id="1253" r:id="rId36"/>
    <p:sldId id="1264" r:id="rId37"/>
    <p:sldId id="1266" r:id="rId38"/>
    <p:sldId id="1267" r:id="rId39"/>
    <p:sldId id="1265" r:id="rId40"/>
    <p:sldId id="1263" r:id="rId41"/>
    <p:sldId id="1254" r:id="rId42"/>
    <p:sldId id="1255" r:id="rId43"/>
    <p:sldId id="1261" r:id="rId44"/>
    <p:sldId id="1257" r:id="rId45"/>
    <p:sldId id="1259" r:id="rId46"/>
    <p:sldId id="1258" r:id="rId47"/>
    <p:sldId id="1260" r:id="rId48"/>
    <p:sldId id="1262" r:id="rId49"/>
    <p:sldId id="1256" r:id="rId50"/>
    <p:sldId id="1251" r:id="rId51"/>
    <p:sldId id="1138" r:id="rId52"/>
    <p:sldId id="1143" r:id="rId53"/>
    <p:sldId id="1139" r:id="rId5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37"/>
            <p14:sldId id="1224"/>
            <p14:sldId id="1153"/>
            <p14:sldId id="1230"/>
            <p14:sldId id="1142"/>
            <p14:sldId id="1141"/>
            <p14:sldId id="1228"/>
            <p14:sldId id="1229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50"/>
            <p14:sldId id="1240"/>
            <p14:sldId id="1145"/>
            <p14:sldId id="1252"/>
            <p14:sldId id="1253"/>
            <p14:sldId id="1264"/>
            <p14:sldId id="1266"/>
            <p14:sldId id="1267"/>
            <p14:sldId id="1265"/>
            <p14:sldId id="1263"/>
            <p14:sldId id="1254"/>
            <p14:sldId id="1255"/>
            <p14:sldId id="1261"/>
            <p14:sldId id="1257"/>
            <p14:sldId id="1259"/>
            <p14:sldId id="1258"/>
            <p14:sldId id="1260"/>
            <p14:sldId id="1262"/>
            <p14:sldId id="1256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330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198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commentAuthors" Target="comment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7907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6907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851F-9E6E-F736-3EAD-9032C3A1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216126-02A5-AD0D-6566-3580AAD7C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7E8DB-6314-F6E3-01E0-BEED3A024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46588A-EDE2-2AEE-439D-550155F38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7376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sv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F8BE7D-3D5F-F2E4-F535-6C096BC84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7D4EC5D-FCFC-CAEE-A7AD-BAEC6925DEFD}"/>
              </a:ext>
            </a:extLst>
          </p:cNvPr>
          <p:cNvSpPr txBox="1">
            <a:spLocks/>
          </p:cNvSpPr>
          <p:nvPr/>
        </p:nvSpPr>
        <p:spPr>
          <a:xfrm>
            <a:off x="6894510" y="327233"/>
            <a:ext cx="36195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1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B9D8F572-9FA6-1A4B-8C25-A20942234B54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391B9DFC-1BBB-4F64-37DA-71F133B443E9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663575" y="5158636"/>
            <a:ext cx="1016583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lvl="1"/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69070-810A-A7D7-C5EE-C321F70E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466EB-649F-F0D7-0FA4-0F449D35B335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9C36F-C55F-D8C6-1863-2EB9F32B7D5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0996946-3682-469A-8D17-CA53CED17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CDD27087-AA50-A7AB-C9C8-F5757B05327E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7D773-8A93-CD5B-3653-C36BA299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39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The building block (atom) of n8n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3 categories of nodes: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Entry point : </a:t>
            </a:r>
            <a:r>
              <a:rPr lang="ko-KR" altLang="en-US" sz="2000" dirty="0"/>
              <a:t>워크플로우 실행을 시작시키는 트리거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Function : </a:t>
            </a:r>
            <a:r>
              <a:rPr lang="ko-KR" altLang="en-US" sz="2000" dirty="0"/>
              <a:t>전달받은 데이터를 가공하고 제어하는 중간 처리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Exit point : </a:t>
            </a:r>
            <a:r>
              <a:rPr lang="ko-KR" altLang="en-US" sz="2000" dirty="0"/>
              <a:t>처리 완료된 데이터를 가지고 최종 결과를 만들어내는 액션 노드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Different types of nodes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Triggers, Actions in app, Data transformation, Flow, Files, and Advanced.</a:t>
            </a: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D8483-31A6-B916-4F43-BF76E517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3520C-CAED-3E97-804E-9D1E0C8C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Execute the node (Play)</a:t>
            </a: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Additional actions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Delete node</a:t>
            </a: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D92D36-1C24-E290-AB1A-A87FFB0B3C7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Credential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FFC24A4-D63F-2833-1432-DA2AFE3A00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3994683" cy="480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Accessible from nodes needing to authenticate to services </a:t>
            </a:r>
            <a:r>
              <a:rPr lang="en-US" altLang="ko-KR" sz="1400" dirty="0"/>
              <a:t>(Google, Slack, Notion </a:t>
            </a:r>
            <a:r>
              <a:rPr lang="ko-KR" altLang="en-US" sz="1400" dirty="0"/>
              <a:t>등 외부 서비스 연동이 필요한 모든 노드에서 미리 등록해 둔 계정</a:t>
            </a:r>
            <a:r>
              <a:rPr lang="en-US" altLang="ko-KR" sz="1400" dirty="0"/>
              <a:t>/API </a:t>
            </a:r>
            <a:r>
              <a:rPr lang="ko-KR" altLang="en-US" sz="1400" dirty="0"/>
              <a:t>키를 불러와 재사용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Saved at an instance-level </a:t>
            </a:r>
            <a:r>
              <a:rPr lang="en-US" altLang="ko-KR" sz="1400" dirty="0"/>
              <a:t>(</a:t>
            </a:r>
            <a:r>
              <a:rPr lang="ko-KR" altLang="en-US" sz="1400" dirty="0"/>
              <a:t>인증 정보가 특정 워크플로우 하나에만 얽매이지 않고</a:t>
            </a:r>
            <a:r>
              <a:rPr lang="en-US" altLang="ko-KR" sz="1400" dirty="0"/>
              <a:t>, n8n </a:t>
            </a:r>
            <a:r>
              <a:rPr lang="ko-KR" altLang="en-US" sz="1400" dirty="0"/>
              <a:t>서버</a:t>
            </a:r>
            <a:r>
              <a:rPr lang="en-US" altLang="ko-KR" sz="1400" dirty="0"/>
              <a:t>(</a:t>
            </a:r>
            <a:r>
              <a:rPr lang="ko-KR" altLang="en-US" sz="1400" dirty="0"/>
              <a:t>인스턴스</a:t>
            </a:r>
            <a:r>
              <a:rPr lang="en-US" altLang="ko-KR" sz="1400" dirty="0"/>
              <a:t>) </a:t>
            </a:r>
            <a:r>
              <a:rPr lang="ko-KR" altLang="en-US" sz="1400" dirty="0"/>
              <a:t>전체에 저장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Different sharing options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37" y="1667776"/>
            <a:ext cx="6831096" cy="423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381B5DE-3942-3D64-FCFC-E0D10CE6C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261991-91D2-65FF-0407-AD4F8E154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6153E80-EDF7-CC05-0CBB-728B098EE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45222F38-D3BC-C153-8CF0-B0648FD4F5BB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91020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091625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104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8B5EEFA-6922-97B2-24CE-991B6A74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" y="2044210"/>
            <a:ext cx="10849040" cy="331794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741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3979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8506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284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3" y="2225930"/>
            <a:ext cx="10966714" cy="2406140"/>
          </a:xfrm>
          <a:prstGeom prst="rect">
            <a:avLst/>
          </a:prstGeom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360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1823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704A-288B-64CD-FC6A-62025851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CE130-EB31-D962-CADE-E4B8F73C2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430C6CD-538B-C383-C35C-9DA52B5E2D6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8659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8134901" y="5940590"/>
            <a:ext cx="3799405" cy="617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현재에 태어난 과학자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17571</TotalTime>
  <Words>1840</Words>
  <Application>Microsoft Office PowerPoint</Application>
  <PresentationFormat>와이드스크린</PresentationFormat>
  <Paragraphs>335</Paragraphs>
  <Slides>53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4" baseType="lpstr">
      <vt:lpstr>D2Coding</vt:lpstr>
      <vt:lpstr>MS Gothic</vt:lpstr>
      <vt:lpstr>맑은 고딕</vt:lpstr>
      <vt:lpstr>바탕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234</cp:revision>
  <dcterms:created xsi:type="dcterms:W3CDTF">2026-04-06T01:00:39Z</dcterms:created>
  <dcterms:modified xsi:type="dcterms:W3CDTF">2026-08-10T13:29:11Z</dcterms:modified>
  <cp:version/>
</cp:coreProperties>
</file>