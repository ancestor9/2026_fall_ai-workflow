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272" r:id="rId29"/>
    <p:sldId id="1288" r:id="rId30"/>
    <p:sldId id="1274" r:id="rId31"/>
    <p:sldId id="1284" r:id="rId32"/>
    <p:sldId id="1285" r:id="rId33"/>
    <p:sldId id="1287" r:id="rId34"/>
    <p:sldId id="1141" r:id="rId35"/>
    <p:sldId id="1283" r:id="rId36"/>
    <p:sldId id="1232" r:id="rId37"/>
    <p:sldId id="1233" r:id="rId38"/>
    <p:sldId id="1234" r:id="rId39"/>
    <p:sldId id="1235" r:id="rId40"/>
    <p:sldId id="1239" r:id="rId41"/>
    <p:sldId id="1236" r:id="rId42"/>
    <p:sldId id="1237" r:id="rId43"/>
    <p:sldId id="1238" r:id="rId44"/>
    <p:sldId id="1231" r:id="rId45"/>
    <p:sldId id="1144" r:id="rId46"/>
    <p:sldId id="1275" r:id="rId47"/>
    <p:sldId id="1241" r:id="rId48"/>
    <p:sldId id="1242" r:id="rId49"/>
    <p:sldId id="1246" r:id="rId50"/>
    <p:sldId id="1243" r:id="rId51"/>
    <p:sldId id="1244" r:id="rId52"/>
    <p:sldId id="1245" r:id="rId53"/>
    <p:sldId id="1247" r:id="rId54"/>
    <p:sldId id="1248" r:id="rId55"/>
    <p:sldId id="1249" r:id="rId56"/>
    <p:sldId id="1276" r:id="rId57"/>
    <p:sldId id="1277" r:id="rId58"/>
    <p:sldId id="1278" r:id="rId59"/>
    <p:sldId id="1281" r:id="rId60"/>
    <p:sldId id="1282" r:id="rId61"/>
    <p:sldId id="1265" r:id="rId62"/>
    <p:sldId id="1263" r:id="rId63"/>
    <p:sldId id="1254" r:id="rId64"/>
    <p:sldId id="1255" r:id="rId65"/>
    <p:sldId id="1261" r:id="rId66"/>
    <p:sldId id="1257" r:id="rId67"/>
    <p:sldId id="1259" r:id="rId68"/>
    <p:sldId id="1258" r:id="rId69"/>
    <p:sldId id="1260" r:id="rId70"/>
    <p:sldId id="1262" r:id="rId71"/>
    <p:sldId id="1256" r:id="rId72"/>
    <p:sldId id="1252" r:id="rId73"/>
    <p:sldId id="1266" r:id="rId74"/>
    <p:sldId id="1253" r:id="rId75"/>
    <p:sldId id="1264" r:id="rId76"/>
    <p:sldId id="1267" r:id="rId77"/>
    <p:sldId id="1279" r:id="rId78"/>
    <p:sldId id="1280" r:id="rId79"/>
    <p:sldId id="1250" r:id="rId80"/>
    <p:sldId id="1240" r:id="rId81"/>
    <p:sldId id="1145" r:id="rId82"/>
    <p:sldId id="1251" r:id="rId83"/>
    <p:sldId id="1138" r:id="rId84"/>
    <p:sldId id="1143" r:id="rId85"/>
    <p:sldId id="1139" r:id="rId8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272"/>
            <p14:sldId id="1288"/>
            <p14:sldId id="1274"/>
            <p14:sldId id="1284"/>
            <p14:sldId id="1285"/>
            <p14:sldId id="1287"/>
            <p14:sldId id="1141"/>
            <p14:sldId id="1283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78"/>
            <p14:sldId id="1281"/>
            <p14:sldId id="1282"/>
            <p14:sldId id="1265"/>
            <p14:sldId id="1263"/>
            <p14:sldId id="1254"/>
            <p14:sldId id="1255"/>
            <p14:sldId id="1261"/>
            <p14:sldId id="1257"/>
            <p14:sldId id="1259"/>
            <p14:sldId id="1258"/>
            <p14:sldId id="1260"/>
            <p14:sldId id="1262"/>
            <p14:sldId id="1256"/>
            <p14:sldId id="1252"/>
            <p14:sldId id="1266"/>
            <p14:sldId id="1253"/>
            <p14:sldId id="1264"/>
            <p14:sldId id="1267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851F-9E6E-F736-3EAD-9032C3A1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216126-02A5-AD0D-6566-3580AAD7C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7E8DB-6314-F6E3-01E0-BEED3A024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46588A-EDE2-2AEE-439D-550155F38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7376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0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svg"/><Relationship Id="rId11" Type="http://schemas.openxmlformats.org/officeDocument/2006/relationships/image" Target="../media/image37.svg"/><Relationship Id="rId5" Type="http://schemas.openxmlformats.org/officeDocument/2006/relationships/image" Target="../media/image32.png"/><Relationship Id="rId10" Type="http://schemas.openxmlformats.org/officeDocument/2006/relationships/image" Target="../media/image36.png"/><Relationship Id="rId4" Type="http://schemas.openxmlformats.org/officeDocument/2006/relationships/image" Target="../media/image11.svg"/><Relationship Id="rId9" Type="http://schemas.openxmlformats.org/officeDocument/2006/relationships/image" Target="../media/image3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hyperlink" Target="https://www.youtube.com/watch?v=lXNIteL16Z0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hyperlink" Target="https://www.youtube.com/watch?v=tf1mnCVWJkQ&amp;t=413s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sv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1.sv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4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9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02.sv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2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6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8.sv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2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BEF6F0A-52B8-04CB-BEAE-FE43FF3FCA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5CBDAC20-B6FA-2DAF-4DC3-04E59F8F88F1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CC8CFE2E-2929-11F9-CF75-AA5449D98B57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CF042AB9-7F0D-55DA-53B9-4E25D4A53C5C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391A512-8FEF-7EA6-B354-4D085BAEB54F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92E7E3FB-9781-D6A7-8FD3-1377D001C0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0C91174-6D5E-72E8-3FB3-0758546B58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A17F4A0-883F-1A3B-9586-EE099E1744CD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36112AE6-ED5C-DAB0-A495-6E33EFED4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175179B8-D501-A98E-B6D1-AEE48E0D298D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E433FD4-0F24-C042-09D0-A598637499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E63E1501-96E4-F7B7-2FC0-A1E41A2BBBC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F82324E0-310A-F85D-BEB8-0A863966CDA6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B4446B-FE35-FF0C-9608-D2307617596F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Basic </a:t>
            </a: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My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BC89-6A29-3EC5-758F-3E5C2CA9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3928-CD94-15F3-C225-33A8DF17CE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6FEEAD-BA9F-A732-21C1-E5CE01A2560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F521A36-8A28-087C-E827-CCECD80F02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EB5523-FE07-6489-6246-276E676A6913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59A589C-B6DC-B2E4-92A4-BCE59C66E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1DA68E5-23D7-3CE3-28DD-903231006F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42" y="1729592"/>
            <a:ext cx="11255715" cy="339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399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704A-288B-64CD-FC6A-62025851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CE130-EB31-D962-CADE-E4B8F73C2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430C6CD-538B-C383-C35C-9DA52B5E2D6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E55ABD26-1972-D164-5DF6-FF4F7D788A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59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현재에 태어난 과학자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1832299"/>
            <a:ext cx="10085387" cy="4817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FF8D9-AF21-E066-114C-B815179C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55AACB-CCCC-6EAD-393E-D0F8D0DE65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 검색하고 감성분석 후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BDF2C-2917-94E1-BD11-4D79BA4BAB88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FDA6C3-0CBB-2A83-D25D-FFD4D542DA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466755-A539-5A16-D6BE-26895343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1840092"/>
            <a:ext cx="11179509" cy="3177815"/>
          </a:xfrm>
          <a:prstGeom prst="rect">
            <a:avLst/>
          </a:prstGeom>
        </p:spPr>
      </p:pic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BFEB97F5-49B4-8677-23D4-2B12A2C88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522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18366</TotalTime>
  <Words>2374</Words>
  <Application>Microsoft Office PowerPoint</Application>
  <PresentationFormat>와이드스크린</PresentationFormat>
  <Paragraphs>475</Paragraphs>
  <Slides>85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97" baseType="lpstr">
      <vt:lpstr>D2Coding</vt:lpstr>
      <vt:lpstr>MS Gothic</vt:lpstr>
      <vt:lpstr>Sorts Mill Goudy</vt:lpstr>
      <vt:lpstr>맑은 고딕</vt:lpstr>
      <vt:lpstr>바탕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Basic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n8n Beginner Tutorials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246</cp:revision>
  <dcterms:created xsi:type="dcterms:W3CDTF">2026-04-06T01:00:39Z</dcterms:created>
  <dcterms:modified xsi:type="dcterms:W3CDTF">2026-09-08T19:57:35Z</dcterms:modified>
  <cp:version/>
</cp:coreProperties>
</file>