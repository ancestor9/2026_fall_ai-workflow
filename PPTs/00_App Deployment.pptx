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36" r:id="rId3"/>
    <p:sldId id="1264" r:id="rId4"/>
    <p:sldId id="1278" r:id="rId5"/>
    <p:sldId id="1263" r:id="rId6"/>
    <p:sldId id="1265" r:id="rId7"/>
    <p:sldId id="1266" r:id="rId8"/>
    <p:sldId id="1268" r:id="rId9"/>
    <p:sldId id="1267" r:id="rId10"/>
    <p:sldId id="1269" r:id="rId11"/>
    <p:sldId id="1277" r:id="rId12"/>
    <p:sldId id="1271" r:id="rId13"/>
    <p:sldId id="1272" r:id="rId14"/>
    <p:sldId id="1273" r:id="rId15"/>
    <p:sldId id="1274" r:id="rId16"/>
    <p:sldId id="1275" r:id="rId17"/>
    <p:sldId id="1276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264"/>
            <p14:sldId id="1278"/>
            <p14:sldId id="1263"/>
            <p14:sldId id="1265"/>
            <p14:sldId id="1266"/>
            <p14:sldId id="1268"/>
            <p14:sldId id="1267"/>
            <p14:sldId id="1269"/>
            <p14:sldId id="1277"/>
            <p14:sldId id="1271"/>
            <p14:sldId id="1272"/>
            <p14:sldId id="1273"/>
            <p14:sldId id="1274"/>
            <p14:sldId id="1275"/>
            <p14:sldId id="12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 Deployment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981074" y="1746840"/>
            <a:ext cx="9848333" cy="336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/GitHub 기본기(계정 생성,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설치,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익혀 코드를 버전 관리하고 원격 저장소에 올리기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CI/CD 개념과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실습(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예제)하여, 코드 변경이 자동으로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컨테이너화하여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배포하는 법을 익혀, 로컬 개발부터 자동화된 배포까지 전체 흐름을 실전으로 완성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D502D8-2161-F2CC-62B6-823679B5CD6C}"/>
              </a:ext>
            </a:extLst>
          </p:cNvPr>
          <p:cNvSpPr/>
          <p:nvPr/>
        </p:nvSpPr>
        <p:spPr>
          <a:xfrm>
            <a:off x="628650" y="5019675"/>
            <a:ext cx="10200757" cy="561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903285" y="1619250"/>
            <a:ext cx="10669590" cy="4447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GitHub Desktop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Delivery / Deployment)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Cline(Option)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 (request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&lt;-&gt; response)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(python 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193DBC-52DB-BF95-C9AE-3B5D294F4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(python 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5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5195" y="2458880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1257300" y="2103198"/>
            <a:ext cx="6096000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2210514"/>
            <a:ext cx="11154380" cy="333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891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18114</TotalTime>
  <Words>798</Words>
  <Application>Microsoft Office PowerPoint</Application>
  <PresentationFormat>와이드스크린</PresentationFormat>
  <Paragraphs>144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D2Coding</vt:lpstr>
      <vt:lpstr>맑은 고딕</vt:lpstr>
      <vt:lpstr>바탕</vt:lpstr>
      <vt:lpstr>Arial</vt:lpstr>
      <vt:lpstr>Segoe UI Emoji</vt:lpstr>
      <vt:lpstr>Wingdings</vt:lpstr>
      <vt:lpstr>WelcomeDoc</vt:lpstr>
      <vt:lpstr>App Deployment</vt:lpstr>
      <vt:lpstr>PowerPoint 프레젠테이션</vt:lpstr>
      <vt:lpstr>PowerPoint 프레젠테이션</vt:lpstr>
      <vt:lpstr>GitHub Actions Exercise  (python + gradio + Huggingface sapce)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Deployment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238</cp:revision>
  <dcterms:created xsi:type="dcterms:W3CDTF">2026-04-06T01:00:39Z</dcterms:created>
  <dcterms:modified xsi:type="dcterms:W3CDTF">2026-08-18T22:02:50Z</dcterms:modified>
  <cp:version/>
</cp:coreProperties>
</file>