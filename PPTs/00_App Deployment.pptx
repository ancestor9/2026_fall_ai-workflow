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4"/>
  </p:notesMasterIdLst>
  <p:handoutMasterIdLst>
    <p:handoutMasterId r:id="rId95"/>
  </p:handoutMasterIdLst>
  <p:sldIdLst>
    <p:sldId id="256" r:id="rId2"/>
    <p:sldId id="1280" r:id="rId3"/>
    <p:sldId id="1334" r:id="rId4"/>
    <p:sldId id="1333" r:id="rId5"/>
    <p:sldId id="1136" r:id="rId6"/>
    <p:sldId id="1288" r:id="rId7"/>
    <p:sldId id="1264" r:id="rId8"/>
    <p:sldId id="1281" r:id="rId9"/>
    <p:sldId id="1286" r:id="rId10"/>
    <p:sldId id="1294" r:id="rId11"/>
    <p:sldId id="1296" r:id="rId12"/>
    <p:sldId id="1295" r:id="rId13"/>
    <p:sldId id="1282" r:id="rId14"/>
    <p:sldId id="1297" r:id="rId15"/>
    <p:sldId id="1298" r:id="rId16"/>
    <p:sldId id="1299" r:id="rId17"/>
    <p:sldId id="1300" r:id="rId18"/>
    <p:sldId id="1284" r:id="rId19"/>
    <p:sldId id="1289" r:id="rId20"/>
    <p:sldId id="1287" r:id="rId21"/>
    <p:sldId id="1301" r:id="rId22"/>
    <p:sldId id="1302" r:id="rId23"/>
    <p:sldId id="1278" r:id="rId24"/>
    <p:sldId id="1290" r:id="rId25"/>
    <p:sldId id="1303" r:id="rId26"/>
    <p:sldId id="1263" r:id="rId27"/>
    <p:sldId id="1306" r:id="rId28"/>
    <p:sldId id="1307" r:id="rId29"/>
    <p:sldId id="1305" r:id="rId30"/>
    <p:sldId id="1265" r:id="rId31"/>
    <p:sldId id="1266" r:id="rId32"/>
    <p:sldId id="1268" r:id="rId33"/>
    <p:sldId id="1267" r:id="rId34"/>
    <p:sldId id="1269" r:id="rId35"/>
    <p:sldId id="1337" r:id="rId36"/>
    <p:sldId id="1277" r:id="rId37"/>
    <p:sldId id="259" r:id="rId38"/>
    <p:sldId id="260" r:id="rId39"/>
    <p:sldId id="354" r:id="rId40"/>
    <p:sldId id="262" r:id="rId41"/>
    <p:sldId id="1317" r:id="rId42"/>
    <p:sldId id="263" r:id="rId43"/>
    <p:sldId id="1318" r:id="rId44"/>
    <p:sldId id="1319" r:id="rId45"/>
    <p:sldId id="264" r:id="rId46"/>
    <p:sldId id="267" r:id="rId47"/>
    <p:sldId id="268" r:id="rId48"/>
    <p:sldId id="1271" r:id="rId49"/>
    <p:sldId id="1324" r:id="rId50"/>
    <p:sldId id="1325" r:id="rId51"/>
    <p:sldId id="1326" r:id="rId52"/>
    <p:sldId id="1327" r:id="rId53"/>
    <p:sldId id="1328" r:id="rId54"/>
    <p:sldId id="1329" r:id="rId55"/>
    <p:sldId id="1330" r:id="rId56"/>
    <p:sldId id="1323" r:id="rId57"/>
    <p:sldId id="277" r:id="rId58"/>
    <p:sldId id="1276" r:id="rId59"/>
    <p:sldId id="1332" r:id="rId60"/>
    <p:sldId id="1331" r:id="rId61"/>
    <p:sldId id="1273" r:id="rId62"/>
    <p:sldId id="1274" r:id="rId63"/>
    <p:sldId id="265" r:id="rId64"/>
    <p:sldId id="1275" r:id="rId65"/>
    <p:sldId id="266" r:id="rId66"/>
    <p:sldId id="269" r:id="rId67"/>
    <p:sldId id="1304" r:id="rId68"/>
    <p:sldId id="1272" r:id="rId69"/>
    <p:sldId id="1279" r:id="rId70"/>
    <p:sldId id="1292" r:id="rId71"/>
    <p:sldId id="1321" r:id="rId72"/>
    <p:sldId id="1322" r:id="rId73"/>
    <p:sldId id="1320" r:id="rId74"/>
    <p:sldId id="1285" r:id="rId75"/>
    <p:sldId id="1293" r:id="rId76"/>
    <p:sldId id="285" r:id="rId77"/>
    <p:sldId id="286" r:id="rId78"/>
    <p:sldId id="287" r:id="rId79"/>
    <p:sldId id="288" r:id="rId80"/>
    <p:sldId id="1308" r:id="rId81"/>
    <p:sldId id="1309" r:id="rId82"/>
    <p:sldId id="1310" r:id="rId83"/>
    <p:sldId id="1311" r:id="rId84"/>
    <p:sldId id="1312" r:id="rId85"/>
    <p:sldId id="1313" r:id="rId86"/>
    <p:sldId id="1335" r:id="rId87"/>
    <p:sldId id="1338" r:id="rId88"/>
    <p:sldId id="1314" r:id="rId89"/>
    <p:sldId id="1315" r:id="rId90"/>
    <p:sldId id="1316" r:id="rId91"/>
    <p:sldId id="1255" r:id="rId92"/>
    <p:sldId id="1339" r:id="rId9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334"/>
            <p14:sldId id="1333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337"/>
            <p14:sldId id="1277"/>
            <p14:sldId id="259"/>
            <p14:sldId id="260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1271"/>
            <p14:sldId id="1324"/>
            <p14:sldId id="1325"/>
            <p14:sldId id="1326"/>
            <p14:sldId id="1327"/>
            <p14:sldId id="1328"/>
            <p14:sldId id="1329"/>
            <p14:sldId id="1330"/>
            <p14:sldId id="1323"/>
            <p14:sldId id="277"/>
            <p14:sldId id="1276"/>
            <p14:sldId id="1332"/>
            <p14:sldId id="1331"/>
            <p14:sldId id="1273"/>
            <p14:sldId id="1274"/>
            <p14:sldId id="265"/>
            <p14:sldId id="1275"/>
            <p14:sldId id="266"/>
            <p14:sldId id="269"/>
            <p14:sldId id="1304"/>
            <p14:sldId id="1272"/>
            <p14:sldId id="1279"/>
            <p14:sldId id="1292"/>
            <p14:sldId id="1321"/>
            <p14:sldId id="1322"/>
            <p14:sldId id="1320"/>
            <p14:sldId id="1285"/>
            <p14:sldId id="1293"/>
            <p14:sldId id="285"/>
            <p14:sldId id="286"/>
            <p14:sldId id="287"/>
            <p14:sldId id="288"/>
            <p14:sldId id="1308"/>
            <p14:sldId id="1309"/>
            <p14:sldId id="1310"/>
            <p14:sldId id="1311"/>
            <p14:sldId id="1312"/>
            <p14:sldId id="1313"/>
            <p14:sldId id="1335"/>
            <p14:sldId id="1338"/>
            <p14:sldId id="1314"/>
            <p14:sldId id="1315"/>
            <p14:sldId id="1316"/>
            <p14:sldId id="1255"/>
            <p14:sldId id="13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615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handoutMaster" Target="handoutMasters/handout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notesMaster" Target="notesMasters/notesMaster1.xml"/><Relationship Id="rId9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3687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467187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54060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217E1063-B697-0F5B-6173-A8ACC414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5B1C958-1384-535D-9203-77314D3CE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2B0AD07-79B3-6CBE-0FF4-24D414AC34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73157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CAB5A7B-700F-B433-0E98-AADF106B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A2AFB00C-00B1-387E-CC96-BD3F1F6A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CB5368B-F389-8446-C46B-CFFD8F5C13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87278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B97D6B2-16C7-406E-ABED-027739F2A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EF577B07-8C8C-3661-469F-5CBBE8E516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AB737DC-C48A-55DB-8CDB-5F90832FB9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473454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C4819A67-6B86-CF50-18EB-93960BF43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5F74DDA-FA23-C3AD-5F23-D990A6BF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0470BAC9-588C-DE39-C6B8-87735A2DB2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534156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5508E92-FDC4-8C11-6735-4C3FAF7C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FE4F60F-4BE1-4590-77AF-115104F25E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68BFBA0A-73FB-0411-3169-741B53035C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25553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3ED5C58F-EB24-338D-F4BC-4E53F9C0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CB17C4D-369D-B0D1-DE7E-4542430B0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30E0A8C1-442D-2C40-24ED-1E19160797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66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0A5D-1ADD-3EC0-7D34-B8642E2A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C16BE7-6AAF-0944-7C9A-1B6040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ED179B-CBDD-E9FC-C26B-66000AB08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B40047-BA13-502C-17B4-7190E3AEB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128121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1CF54406-D1D4-1B90-D6CA-029A35BD5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6F9FE9AF-0439-2FA1-D31B-B8EC5A2FA7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8EE195D-DD64-EF7C-D5A1-BB675BFF98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311089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D713CEB-9DC0-D65F-28F8-0C2D60836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21623570-21F3-0416-C31C-FC7621C236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AE6504AE-C2C1-2FE9-138D-8CF6B3186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6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huggingface.co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sv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g"/><Relationship Id="rId3" Type="http://schemas.openxmlformats.org/officeDocument/2006/relationships/image" Target="../media/image19.jp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jpg"/><Relationship Id="rId4" Type="http://schemas.openxmlformats.org/officeDocument/2006/relationships/image" Target="../media/image20.jp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jpg"/><Relationship Id="rId4" Type="http://schemas.openxmlformats.org/officeDocument/2006/relationships/hyperlink" Target="https://www.asustor.com/ko/solution/what_is_docker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jpg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/docker-concepts/building-images/understanding-image-layers/?utm_source=chatgpt.com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features/codespaces" TargetMode="External"/><Relationship Id="rId4" Type="http://schemas.openxmlformats.org/officeDocument/2006/relationships/image" Target="../media/image46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sv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7" Type="http://schemas.openxmlformats.org/officeDocument/2006/relationships/image" Target="../media/image54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60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5" Type="http://schemas.openxmlformats.org/officeDocument/2006/relationships/hyperlink" Target="https://steemit.com/dag/@cryptodreamers/dag-dag-directed-acyclic-graph" TargetMode="External"/><Relationship Id="rId4" Type="http://schemas.openxmlformats.org/officeDocument/2006/relationships/image" Target="../media/image61.png"/><Relationship Id="rId9" Type="http://schemas.openxmlformats.org/officeDocument/2006/relationships/hyperlink" Target="https://en.wikipedia.org/wiki/Edge_(graph_theory)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4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png"/><Relationship Id="rId5" Type="http://schemas.openxmlformats.org/officeDocument/2006/relationships/hyperlink" Target="https://github.com/ancestor9/airflow" TargetMode="External"/><Relationship Id="rId4" Type="http://schemas.openxmlformats.org/officeDocument/2006/relationships/image" Target="../media/image10.sv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7.png"/><Relationship Id="rId4" Type="http://schemas.openxmlformats.org/officeDocument/2006/relationships/image" Target="../media/image10.sv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8.png"/><Relationship Id="rId4" Type="http://schemas.openxmlformats.org/officeDocument/2006/relationships/image" Target="../media/image10.sv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10.sv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1.png"/><Relationship Id="rId4" Type="http://schemas.openxmlformats.org/officeDocument/2006/relationships/image" Target="../media/image10.sv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2.png"/><Relationship Id="rId4" Type="http://schemas.openxmlformats.org/officeDocument/2006/relationships/image" Target="../media/image10.svg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4.png"/><Relationship Id="rId4" Type="http://schemas.openxmlformats.org/officeDocument/2006/relationships/image" Target="../media/image10.sv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5.png"/><Relationship Id="rId4" Type="http://schemas.openxmlformats.org/officeDocument/2006/relationships/image" Target="../media/image10.svg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2435626-EA06-880D-532E-BE2C94B07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088" y="2236963"/>
            <a:ext cx="8754697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5541-0F6B-CF69-7245-24564D300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2C7B8E-E30B-D6A1-39C1-FF7EC72C71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2D74262-B22E-3A82-67F0-C389A8A88C7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7579A8C-7547-78EC-8EB1-70103E122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26A29C-7E3F-8BC6-1A41-D87EAE040214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64289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B3B25-8368-2329-3AAD-9CA10846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18B68B-B7B7-2FD3-FE0C-F13C1804F7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87584C1-355E-EE07-C576-8F5D14D36F52}"/>
              </a:ext>
            </a:extLst>
          </p:cNvPr>
          <p:cNvGraphicFramePr>
            <a:graphicFrameLocks noGrp="1"/>
          </p:cNvGraphicFramePr>
          <p:nvPr/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4C9424-E323-734C-A9CF-49A1A00CBE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14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113249" y="1478754"/>
            <a:ext cx="6861610" cy="4815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586F4-6DF0-0DDE-DCB6-39705CAB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3AFF80-A126-7904-010A-436F3CB5E1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440688-2D89-4184-AC00-AD37CB0E7E8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182DA-3383-99B8-D341-ED337319E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321EC7-8FC7-0F50-7D26-3D08B06E73A6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1231626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Why SW Virtualization ?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8F678-8F2F-F380-B14A-81F5D22E24F6}"/>
              </a:ext>
            </a:extLst>
          </p:cNvPr>
          <p:cNvSpPr txBox="1"/>
          <p:nvPr/>
        </p:nvSpPr>
        <p:spPr>
          <a:xfrm>
            <a:off x="628650" y="1289134"/>
            <a:ext cx="609600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requirements.txt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41E0A-D811-1534-AB18-8A7E486F0C3C}"/>
              </a:ext>
            </a:extLst>
          </p:cNvPr>
          <p:cNvSpPr txBox="1"/>
          <p:nvPr/>
        </p:nvSpPr>
        <p:spPr>
          <a:xfrm>
            <a:off x="628650" y="3082808"/>
            <a:ext cx="7068620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no-cache-dir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requirements.txt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EXPOSE 8000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app:app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"0.0.0.0",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"8000"]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2BD89-F2AF-C218-F3D2-C5D960658A02}"/>
              </a:ext>
            </a:extLst>
          </p:cNvPr>
          <p:cNvSpPr txBox="1"/>
          <p:nvPr/>
        </p:nvSpPr>
        <p:spPr>
          <a:xfrm>
            <a:off x="542925" y="27171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AA57C-671C-B3A6-A740-B9AA2689BE4B}"/>
              </a:ext>
            </a:extLst>
          </p:cNvPr>
          <p:cNvSpPr txBox="1"/>
          <p:nvPr/>
        </p:nvSpPr>
        <p:spPr>
          <a:xfrm>
            <a:off x="4560886" y="2662735"/>
            <a:ext cx="6619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latin typeface="Courier New" panose="02070309020205020404" pitchFamily="49" charset="0"/>
              </a:rPr>
              <a:t>docker build -t </a:t>
            </a:r>
            <a:r>
              <a:rPr lang="en-US" altLang="ko-KR" dirty="0" err="1">
                <a:latin typeface="Courier New" panose="02070309020205020404" pitchFamily="49" charset="0"/>
              </a:rPr>
              <a:t>myfastapi</a:t>
            </a:r>
            <a:r>
              <a:rPr lang="en-US" altLang="ko-KR" dirty="0">
                <a:latin typeface="Courier New" panose="02070309020205020404" pitchFamily="49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0014770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0533-8363-FB7B-91BF-5BAD40BE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C3C5E627-1331-58AC-FF1E-4B994CE3CDF4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5477275" y="354435"/>
            <a:ext cx="557659" cy="6296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C3BD2180-D92D-9F5E-841C-6E622249EA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0E32F-B17E-54E8-3093-A3361CB598F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EA9019-2BBB-E70B-01B6-AD55E1F515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55C2E-803C-5A65-81AE-93053F1E31DC}"/>
              </a:ext>
            </a:extLst>
          </p:cNvPr>
          <p:cNvSpPr txBox="1"/>
          <p:nvPr/>
        </p:nvSpPr>
        <p:spPr>
          <a:xfrm>
            <a:off x="586694" y="2854456"/>
            <a:ext cx="40424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54603-1303-3213-1D17-2A2F90123C74}"/>
              </a:ext>
            </a:extLst>
          </p:cNvPr>
          <p:cNvSpPr txBox="1"/>
          <p:nvPr/>
        </p:nvSpPr>
        <p:spPr>
          <a:xfrm>
            <a:off x="8904286" y="2873506"/>
            <a:ext cx="2276475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60F0A5-20E9-F824-3E65-26A8A8A8B952}"/>
              </a:ext>
            </a:extLst>
          </p:cNvPr>
          <p:cNvSpPr txBox="1"/>
          <p:nvPr/>
        </p:nvSpPr>
        <p:spPr>
          <a:xfrm>
            <a:off x="8248650" y="2463438"/>
            <a:ext cx="3181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CDCF08-6FFD-1671-C297-CF038A22E8FC}"/>
              </a:ext>
            </a:extLst>
          </p:cNvPr>
          <p:cNvSpPr txBox="1"/>
          <p:nvPr/>
        </p:nvSpPr>
        <p:spPr>
          <a:xfrm>
            <a:off x="4839305" y="1267472"/>
            <a:ext cx="2649358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 확보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라이브러리 설치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포함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방법 지정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</p:txBody>
      </p:sp>
    </p:spTree>
    <p:extLst>
      <p:ext uri="{BB962C8B-B14F-4D97-AF65-F5344CB8AC3E}">
        <p14:creationId xmlns:p14="http://schemas.microsoft.com/office/powerpoint/2010/main" val="19549418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9F12-07C8-4DF7-B09F-C62410B0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7EA46590-F4A3-D8B8-C2B5-F0D07E4C24A8}"/>
              </a:ext>
            </a:extLst>
          </p:cNvPr>
          <p:cNvCxnSpPr>
            <a:cxnSpLocks/>
            <a:stCxn id="14" idx="2"/>
            <a:endCxn id="19" idx="1"/>
          </p:cNvCxnSpPr>
          <p:nvPr/>
        </p:nvCxnSpPr>
        <p:spPr>
          <a:xfrm rot="16200000" flipH="1">
            <a:off x="4693739" y="814121"/>
            <a:ext cx="1367262" cy="5081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391FAAD6-CCC9-0F06-4DE9-280BD4E66E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FD8BD-9DF2-9A65-4471-FAD9B7F1DA56}"/>
              </a:ext>
            </a:extLst>
          </p:cNvPr>
          <p:cNvSpPr txBox="1"/>
          <p:nvPr/>
        </p:nvSpPr>
        <p:spPr>
          <a:xfrm>
            <a:off x="744020" y="26918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35325C-AF0F-21F0-36FA-9E3329754E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60109-6211-C238-D1E3-C99AFAC6D4CF}"/>
              </a:ext>
            </a:extLst>
          </p:cNvPr>
          <p:cNvSpPr txBox="1"/>
          <p:nvPr/>
        </p:nvSpPr>
        <p:spPr>
          <a:xfrm>
            <a:off x="586694" y="2302006"/>
            <a:ext cx="44996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sv-SE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run -p 8000:8000 myfastapi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D83A9-FA4D-4D55-D04F-B1E647022C76}"/>
              </a:ext>
            </a:extLst>
          </p:cNvPr>
          <p:cNvSpPr txBox="1"/>
          <p:nvPr/>
        </p:nvSpPr>
        <p:spPr>
          <a:xfrm>
            <a:off x="4333080" y="3130659"/>
            <a:ext cx="179228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93B1-C8FB-BDD5-442F-7D01B4097799}"/>
              </a:ext>
            </a:extLst>
          </p:cNvPr>
          <p:cNvSpPr txBox="1"/>
          <p:nvPr/>
        </p:nvSpPr>
        <p:spPr>
          <a:xfrm>
            <a:off x="7839075" y="1979458"/>
            <a:ext cx="299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D744F-3909-EA2C-33DF-8EE28B0324AE}"/>
              </a:ext>
            </a:extLst>
          </p:cNvPr>
          <p:cNvSpPr txBox="1"/>
          <p:nvPr/>
        </p:nvSpPr>
        <p:spPr>
          <a:xfrm>
            <a:off x="475645" y="1910988"/>
            <a:ext cx="4333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만들어지고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실행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A9AC4F6-E71C-CE2E-8A50-9A2911BD9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8" y="2400158"/>
            <a:ext cx="4016088" cy="327688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FC23E00-9592-4757-9C8A-8D43707CDA64}"/>
              </a:ext>
            </a:extLst>
          </p:cNvPr>
          <p:cNvSpPr txBox="1"/>
          <p:nvPr/>
        </p:nvSpPr>
        <p:spPr>
          <a:xfrm>
            <a:off x="666750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docker-concepts/building-images/understanding-image-layers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Google Shape;342;p19">
            <a:extLst>
              <a:ext uri="{FF2B5EF4-FFF2-40B4-BE49-F238E27FC236}">
                <a16:creationId xmlns:a16="http://schemas.microsoft.com/office/drawing/2014/main" id="{034B6501-0163-63B5-2F46-57F31AE3BA61}"/>
              </a:ext>
            </a:extLst>
          </p:cNvPr>
          <p:cNvSpPr txBox="1"/>
          <p:nvPr/>
        </p:nvSpPr>
        <p:spPr>
          <a:xfrm>
            <a:off x="7839075" y="5722590"/>
            <a:ext cx="39243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endParaRPr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</p:spTree>
    <p:extLst>
      <p:ext uri="{BB962C8B-B14F-4D97-AF65-F5344CB8AC3E}">
        <p14:creationId xmlns:p14="http://schemas.microsoft.com/office/powerpoint/2010/main" val="5043858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0862-AB7B-4076-93AF-68B42E86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287C6A-C19C-5FD5-830C-788602E31C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File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A0D7D9-6599-2504-224C-070C3E0B35C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08286D-1A9B-F64A-3460-9E3CBA324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628" y="3813770"/>
            <a:ext cx="6986247" cy="22294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3D15BC-0C13-1880-AFD9-429C72889356}"/>
              </a:ext>
            </a:extLst>
          </p:cNvPr>
          <p:cNvSpPr txBox="1"/>
          <p:nvPr/>
        </p:nvSpPr>
        <p:spPr>
          <a:xfrm>
            <a:off x="619125" y="1248422"/>
            <a:ext cx="609600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설계도로 만들어 놓은 실행 패키지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 = 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실제 실행한 것</a:t>
            </a:r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B73D02EB-5B48-439F-3A3A-A29FC4FA973B}"/>
              </a:ext>
            </a:extLst>
          </p:cNvPr>
          <p:cNvSpPr/>
          <p:nvPr/>
        </p:nvSpPr>
        <p:spPr>
          <a:xfrm>
            <a:off x="6534150" y="1933576"/>
            <a:ext cx="5153026" cy="857250"/>
          </a:xfrm>
          <a:prstGeom prst="borderCallout2">
            <a:avLst>
              <a:gd name="adj1" fmla="val 98115"/>
              <a:gd name="adj2" fmla="val 594"/>
              <a:gd name="adj3" fmla="val 179372"/>
              <a:gd name="adj4" fmla="val 11598"/>
              <a:gd name="adj5" fmla="val 245337"/>
              <a:gd name="adj6" fmla="val 20672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Container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user-space + Runtime + Library + Application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4375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93F5-0D46-7F99-F8F5-4AA8E073B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CCA453-E1B6-F9A4-DB48-BCF800D1DC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DB76D5-758D-D5F0-CA6C-291E1F1167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2C7BF-96F3-89FA-82C9-3941D8C29F80}"/>
              </a:ext>
            </a:extLst>
          </p:cNvPr>
          <p:cNvSpPr txBox="1"/>
          <p:nvPr/>
        </p:nvSpPr>
        <p:spPr>
          <a:xfrm>
            <a:off x="7492392" y="2259449"/>
            <a:ext cx="3543905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app.py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┌────────────────────┐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Interpreter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   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└────────┬───────────┘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소스코드 해석/컴파일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CPU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C79731-7A2D-23DF-5F1C-03DEE57420DA}"/>
              </a:ext>
            </a:extLst>
          </p:cNvPr>
          <p:cNvSpPr txBox="1"/>
          <p:nvPr/>
        </p:nvSpPr>
        <p:spPr>
          <a:xfrm>
            <a:off x="685195" y="1318116"/>
            <a:ext cx="1088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6E964F-5BF5-65B4-65A7-B3362EA8BC01}"/>
              </a:ext>
            </a:extLst>
          </p:cNvPr>
          <p:cNvSpPr txBox="1"/>
          <p:nvPr/>
        </p:nvSpPr>
        <p:spPr>
          <a:xfrm>
            <a:off x="818545" y="2259449"/>
            <a:ext cx="5277455" cy="1077218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명령어를 실행하면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/local/bin/python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읽어서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프로그램을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59AB5E-A651-016D-A63C-2D1E75C8FADA}"/>
              </a:ext>
            </a:extLst>
          </p:cNvPr>
          <p:cNvSpPr txBox="1"/>
          <p:nvPr/>
        </p:nvSpPr>
        <p:spPr>
          <a:xfrm>
            <a:off x="1041403" y="3429000"/>
            <a:ext cx="321044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실행파일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읽기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메모리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└── 코드 실행</a:t>
            </a:r>
          </a:p>
        </p:txBody>
      </p:sp>
    </p:spTree>
    <p:extLst>
      <p:ext uri="{BB962C8B-B14F-4D97-AF65-F5344CB8AC3E}">
        <p14:creationId xmlns:p14="http://schemas.microsoft.com/office/powerpoint/2010/main" val="28525228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82F8-91DD-D4AC-8A6C-10915084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6B6A1-4DE0-972D-070B-86520EF38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2ED161-CC88-2389-5992-0274CB03AFC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4A2DA-79E0-6DA5-74B7-B256A9254ED8}"/>
              </a:ext>
            </a:extLst>
          </p:cNvPr>
          <p:cNvSpPr txBox="1"/>
          <p:nvPr/>
        </p:nvSpPr>
        <p:spPr>
          <a:xfrm>
            <a:off x="608995" y="1194291"/>
            <a:ext cx="111073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포함해서 애플리케이션 전체를 포장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Docker 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그 이미지를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실행하는 기술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ACB9DA-DBB9-7634-ECD8-B08D69338830}"/>
              </a:ext>
            </a:extLst>
          </p:cNvPr>
          <p:cNvSpPr txBox="1"/>
          <p:nvPr/>
        </p:nvSpPr>
        <p:spPr>
          <a:xfrm>
            <a:off x="3982547" y="2790393"/>
            <a:ext cx="2733675" cy="366254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3.12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standard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library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app.py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66554-2B24-BA87-59EC-E5F9245F91F4}"/>
              </a:ext>
            </a:extLst>
          </p:cNvPr>
          <p:cNvSpPr txBox="1"/>
          <p:nvPr/>
        </p:nvSpPr>
        <p:spPr>
          <a:xfrm>
            <a:off x="885825" y="3128947"/>
            <a:ext cx="184051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B50BD-CF12-E1EC-93B7-2A82781040DB}"/>
              </a:ext>
            </a:extLst>
          </p:cNvPr>
          <p:cNvSpPr txBox="1"/>
          <p:nvPr/>
        </p:nvSpPr>
        <p:spPr>
          <a:xfrm>
            <a:off x="7972425" y="2482559"/>
            <a:ext cx="3333750" cy="41857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┌───────────────────────────────┐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Windows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WSL2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┌───────────────────────────┐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      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┌───────────────────────┐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Container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      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app.py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└───────────────────────┘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└───────────────────────────┘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└───────────────────────────────┘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562E-8842-0EA0-EDC0-63CD08156AE1}"/>
              </a:ext>
            </a:extLst>
          </p:cNvPr>
          <p:cNvSpPr txBox="1"/>
          <p:nvPr/>
        </p:nvSpPr>
        <p:spPr>
          <a:xfrm>
            <a:off x="784110" y="2790393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xmlns:a16="http://schemas.microsoft.com/office/drawing/2014/main" id="{3C645A9C-620C-805F-33F0-376090360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8291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6E27F-67DA-FEB1-4BB8-A3F9ADD88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9532F4-EDE9-7261-2B3E-06E46541CD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소스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컴파일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963B8B-7ADA-DDEB-7AB8-E6A34306C83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5D6F968-44B3-1124-E2B9-2E0B8312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344" y="1477702"/>
            <a:ext cx="7456431" cy="489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386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CA049-FD5B-1B96-1672-0CB24CFA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65702D-EA4A-B4A1-EBC6-537ED604D8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347BE9-9653-DA64-5BA5-493D8AADD9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90E968E-CE02-89FC-28DD-934EC524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181" y="2025329"/>
            <a:ext cx="5626234" cy="3680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4BA09E-5ADD-220B-6F7F-345A57D49298}"/>
              </a:ext>
            </a:extLst>
          </p:cNvPr>
          <p:cNvSpPr txBox="1"/>
          <p:nvPr/>
        </p:nvSpPr>
        <p:spPr>
          <a:xfrm>
            <a:off x="475644" y="1958154"/>
            <a:ext cx="56144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C/C++ : 컴파일하면 기계어가 되므로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CPU가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바로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컴파일 결과는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Bytecode이고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JVM이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소스를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만든 뒤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ython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코드를 실행하는 것이 아니라 코드 + 런타임 + 라이브러리를 하나의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만들어 Container에서 실행</a:t>
            </a:r>
          </a:p>
        </p:txBody>
      </p:sp>
    </p:spTree>
    <p:extLst>
      <p:ext uri="{BB962C8B-B14F-4D97-AF65-F5344CB8AC3E}">
        <p14:creationId xmlns:p14="http://schemas.microsoft.com/office/powerpoint/2010/main" val="31179460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E78-763B-DF6D-4238-85CCF9CF6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DAB368-C457-9F6B-7138-2D902C8571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85ECA-6A68-C4D3-73C6-89817EF668F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AF9BA79-50B8-B018-7AB3-0D060F7A4D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4CB2DEB-9EA8-A0CD-D9C4-BDCF6B5C8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15975000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EF25F3-80E9-ECDE-AFCD-8C2932355D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4" y="1510373"/>
            <a:ext cx="10950889" cy="3977985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C9D23713-FD5D-9530-DFDD-2E5B295FD122}"/>
              </a:ext>
            </a:extLst>
          </p:cNvPr>
          <p:cNvSpPr/>
          <p:nvPr/>
        </p:nvSpPr>
        <p:spPr>
          <a:xfrm>
            <a:off x="7656510" y="5621400"/>
            <a:ext cx="3901023" cy="465076"/>
          </a:xfrm>
          <a:prstGeom prst="borderCallout2">
            <a:avLst>
              <a:gd name="adj1" fmla="val 45375"/>
              <a:gd name="adj2" fmla="val -2961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79EE-55EE-C9A4-7388-09C8F0F57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A14197-CE3B-7059-A1F0-64E44B0EE6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CEC14-5191-F985-B33F-AB46C5C17B1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73D1404-659A-9541-9455-E1A98C4C04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C15A5E7E-3E1F-C577-D04A-D7C749C7E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97E819-6ECE-2B49-9CCD-4A6A35E7C9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930DE57A-8399-76EC-89FB-5AD3D5E9AD2D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5714250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2B5E-31C4-5968-47D5-6806B18D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2C6756-11CF-E6EE-AE34-CC08ABABFC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258A6-542E-F9E6-6620-D76EE5FB39F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469DCE-68E3-E101-5079-4FF17FA7FC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34A99F0-4882-B9EE-28AE-86B28E32B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938850-621F-5228-F22D-757246085098}"/>
              </a:ext>
            </a:extLst>
          </p:cNvPr>
          <p:cNvSpPr txBox="1"/>
          <p:nvPr/>
        </p:nvSpPr>
        <p:spPr>
          <a:xfrm>
            <a:off x="647701" y="2363516"/>
            <a:ext cx="4895850" cy="233910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n8nio/n8n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←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대신 이것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Libraries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73AF6-B374-F38D-3B77-E92EBB4FA1CA}"/>
              </a:ext>
            </a:extLst>
          </p:cNvPr>
          <p:cNvSpPr txBox="1"/>
          <p:nvPr/>
        </p:nvSpPr>
        <p:spPr>
          <a:xfrm>
            <a:off x="6256854" y="4703659"/>
            <a:ext cx="5343526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─────────────                   ─────────────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↔          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↔           n8n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↔          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              ↔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696B-4134-BC27-A1F9-1E69F0AA568D}"/>
              </a:ext>
            </a:extLst>
          </p:cNvPr>
          <p:cNvSpPr txBox="1"/>
          <p:nvPr/>
        </p:nvSpPr>
        <p:spPr>
          <a:xfrm>
            <a:off x="552449" y="1274564"/>
            <a:ext cx="109632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프로그램만 넣는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프로그램이 실행될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함께 넣어 배포하는 것</a:t>
            </a:r>
          </a:p>
        </p:txBody>
      </p:sp>
    </p:spTree>
    <p:extLst>
      <p:ext uri="{BB962C8B-B14F-4D97-AF65-F5344CB8AC3E}">
        <p14:creationId xmlns:p14="http://schemas.microsoft.com/office/powerpoint/2010/main" val="25971046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80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513905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57306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9599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0" y="2537313"/>
            <a:ext cx="7614889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FB85617-8D65-CFCC-4E60-C68C0F058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0CBC270-DE05-B744-01FB-A2D0B7430A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C136962-B185-113F-7111-AD30BA2DF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EFFB77EC-771C-9693-5CD4-747A793DA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084B57-1518-C030-9A46-85E14429F4BC}"/>
              </a:ext>
            </a:extLst>
          </p:cNvPr>
          <p:cNvSpPr txBox="1"/>
          <p:nvPr/>
        </p:nvSpPr>
        <p:spPr>
          <a:xfrm>
            <a:off x="591620" y="1248422"/>
            <a:ext cx="7141699" cy="793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 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다운받아 설치하고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ancestor9/airflow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예제 파일을 다운받아 실행하라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815F84-D84F-A6FF-BCA5-F46BEFF02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8576" y="2243155"/>
            <a:ext cx="5265730" cy="40574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5181995-1AEE-9814-0B77-F80417A123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070" y="2243155"/>
            <a:ext cx="5598144" cy="406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4373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D114F1A3-7FD9-4CD7-D124-86B066934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9E044FE-C029-FAE9-2AF6-6D0F13A435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A5FD614-7D19-4E06-70FE-4B216BC99C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D115681C-6C6E-519E-05DA-47177C1FB0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02E183B-E179-35E6-6BB4-65CDCF5954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849" y="1594600"/>
            <a:ext cx="9132176" cy="4134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80886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154D4F98-7B14-E45D-4E7C-1699C037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C1CEDB2-DDE5-3C76-20D9-7E9153D324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DF4F528-E47A-9EE0-29D3-FDF3C05BDA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4F52D6A3-6476-4F2B-7D11-A877E2EBD2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16828E-3DD2-CA13-6571-6A16A05F5B61}"/>
              </a:ext>
            </a:extLst>
          </p:cNvPr>
          <p:cNvSpPr txBox="1"/>
          <p:nvPr/>
        </p:nvSpPr>
        <p:spPr>
          <a:xfrm>
            <a:off x="591620" y="1193018"/>
            <a:ext cx="10589141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compose.yaml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/, .env </a:t>
            </a:r>
            <a:r>
              <a:rPr lang="ko-KR" altLang="en-US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등의 파일 구조가 준비하고 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 compose up –d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명령어로 파일에 정의된 모든 컨테이너를 백그라운드에서 일괄 실행한 후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 server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링크를 클릭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6D0859F-BDD4-E2D2-6CDD-28257E92B7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803" y="2107418"/>
            <a:ext cx="11086693" cy="4083832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AE516C0-43BC-466E-4538-E3B3E28C8B05}"/>
              </a:ext>
            </a:extLst>
          </p:cNvPr>
          <p:cNvSpPr/>
          <p:nvPr/>
        </p:nvSpPr>
        <p:spPr>
          <a:xfrm>
            <a:off x="475645" y="2107418"/>
            <a:ext cx="6029930" cy="2121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36B7FEE-CBBA-0534-DD97-9720F78F18CE}"/>
              </a:ext>
            </a:extLst>
          </p:cNvPr>
          <p:cNvSpPr/>
          <p:nvPr/>
        </p:nvSpPr>
        <p:spPr>
          <a:xfrm>
            <a:off x="475645" y="245984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CB32D64-AAB8-203A-C304-B8754BC781B9}"/>
              </a:ext>
            </a:extLst>
          </p:cNvPr>
          <p:cNvSpPr/>
          <p:nvPr/>
        </p:nvSpPr>
        <p:spPr>
          <a:xfrm>
            <a:off x="504220" y="529829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생각 풍선: 구름 모양 19">
            <a:extLst>
              <a:ext uri="{FF2B5EF4-FFF2-40B4-BE49-F238E27FC236}">
                <a16:creationId xmlns:a16="http://schemas.microsoft.com/office/drawing/2014/main" id="{647A63BC-8C72-0831-6324-0669FA2AFF6A}"/>
              </a:ext>
            </a:extLst>
          </p:cNvPr>
          <p:cNvSpPr/>
          <p:nvPr/>
        </p:nvSpPr>
        <p:spPr>
          <a:xfrm>
            <a:off x="7534358" y="5120884"/>
            <a:ext cx="1419225" cy="590550"/>
          </a:xfrm>
          <a:prstGeom prst="cloudCallout">
            <a:avLst>
              <a:gd name="adj1" fmla="val -74524"/>
              <a:gd name="adj2" fmla="val 7540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681318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3F618E1-4F42-80A6-1C43-613C974B1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750F871-E723-18FB-61DF-9DE2A5EC5D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FD51FD-E59B-5472-8E40-329270F7A55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F2965D79-986D-DFFB-FBB2-905FEA6E25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95948A1-EB88-635F-C2C6-8D2A89B902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460" y="1538974"/>
            <a:ext cx="5624044" cy="45284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29F0DAC-3989-692C-83E2-04F76A8BA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8278" y="2520057"/>
            <a:ext cx="8046068" cy="38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04548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964CBAA-72ED-007A-155F-49094084D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277B65B-1CF0-22C3-FF2D-D61A804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8C7AA76-A636-A5CF-0346-1535A6F44F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4239A88-B369-8444-AADB-DDDDE9AF4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D4F7410-0379-EB03-22E6-5DFDB8AF87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934" y="1472285"/>
            <a:ext cx="9262616" cy="511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51830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95BBF43E-1B19-9A93-5E6D-DF41955A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5BC41C0-6B51-E378-A47A-3DEDAC11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4D8B585-267A-CEBC-6214-D42CE17A09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C2D7C29-1AA7-6D74-928B-8EE3FF27EF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57324B4-47D7-C4AC-DE61-859A0EDFAC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450" y="1381388"/>
            <a:ext cx="9028297" cy="499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3079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EDE21-E505-C1BC-020F-15F0693FC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105A43B-D945-00FC-4E07-D8B0D5EF99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2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Docker Image/Container (Airflow, Postgres)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BCE2E1-3665-D51D-F366-54071BACE0A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356C96C-3FA4-0B41-2431-29B299CDD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863" y="1723519"/>
            <a:ext cx="10087691" cy="4372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01787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605E-6277-4C67-7D7C-D60378070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942688-0022-E798-E35E-F0B577C3CB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2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Docker Image/Container (Airflow, Postgres)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7B52889-76C0-0641-94B5-8B30842B37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3FA91F-CA26-E73E-4134-6F493B54A6A2}"/>
              </a:ext>
            </a:extLst>
          </p:cNvPr>
          <p:cNvSpPr txBox="1"/>
          <p:nvPr/>
        </p:nvSpPr>
        <p:spPr>
          <a:xfrm>
            <a:off x="1847013" y="1848219"/>
            <a:ext cx="8590078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[1단계: 환경 정의]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docker-compose.yaml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 (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PostgreSQL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서비스 구성)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▼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[2단계: 서비스 실행 및 초기화]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up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endParaRPr lang="ko-KR" altLang="ko-KR" sz="14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├─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PostgreSQL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컨테이너 띄우기 (DB 생성 및 헬스체크)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컨테이너 띄우기 (DB 연결 설정 적용)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▼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[3단계: 외부 포트 연결 (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Forwarding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├─ 웹 접속 : Host localhost:8080 ─&gt;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Container :8080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DB 접속 : Host localhost:5432 ─&gt;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Container :5432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▼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[4단계: 데이터 및 서비스 통신]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├─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Web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UI (8080) 접속을 통해 DAG 관리 및 스케줄링 수행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DB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DBeaver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등)로 5432 포트연결 메타데이터 직접 조회</a:t>
            </a:r>
            <a:endParaRPr lang="ko-KR" altLang="ko-KR" sz="11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937250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DC7F9-B026-8955-6B75-7620DAEA4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EC5FE9-92EC-0A83-41EE-3A4F83C42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4789684-9C5F-4555-0AF7-2A64A3BC57D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40AF7-ACDE-D7B9-1122-9BC7F6C3E52F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code agent</a:t>
            </a:r>
          </a:p>
        </p:txBody>
      </p:sp>
    </p:spTree>
    <p:extLst>
      <p:ext uri="{BB962C8B-B14F-4D97-AF65-F5344CB8AC3E}">
        <p14:creationId xmlns:p14="http://schemas.microsoft.com/office/powerpoint/2010/main" val="169991603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CC790E4-E527-233C-1627-584E612BE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D60D4B1-2808-E0A2-D7F4-1B94B8A7504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58047B5-BE33-13D4-0F42-4C22076FB73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4E2666D-8BEF-C7A1-C80A-5F84ED6F0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C0CD91-65FE-7FE2-DF5D-40D2B94221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5642" y="1288330"/>
            <a:ext cx="6073666" cy="527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083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B4692720-7E30-E23C-FADC-042BC58E8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CAF1F18-D3DB-DD5E-AAC0-DB84A0DA84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Prompts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541F1B-1BD9-1DAD-A98B-8E518160869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8E6C2AFC-343E-B42C-EDB7-328DB0659D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170F5205-E54E-18E4-3ADC-AAB510B50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929" y="1356475"/>
            <a:ext cx="8215313" cy="523875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7846DFA-67B3-7847-B910-04ED35E6CFE3}"/>
              </a:ext>
            </a:extLst>
          </p:cNvPr>
          <p:cNvSpPr/>
          <p:nvPr/>
        </p:nvSpPr>
        <p:spPr>
          <a:xfrm>
            <a:off x="1285875" y="2828925"/>
            <a:ext cx="3857625" cy="15906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70640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 MCP + prompt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AI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9B2FB-9A3C-76E5-3B6A-C7E4715A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96B0CDC-E7BD-09FB-C672-985F0C0C674F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11346901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Vison 3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Docker-based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AI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 Architecture(</a:t>
            </a:r>
            <a:r>
              <a:rPr lang="en-US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VSCode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Cline, n8n MCP)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15C46-D644-C30B-1F58-9479DCC9A5C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A45A236-78A8-8E99-16F3-C7752B4ACE8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EBDE77E-3089-89C2-CBD0-A1BB1C7E4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519" y="1624393"/>
            <a:ext cx="9846888" cy="4892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3946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18711</TotalTime>
  <Words>5083</Words>
  <Application>Microsoft Office PowerPoint</Application>
  <PresentationFormat>와이드스크린</PresentationFormat>
  <Paragraphs>982</Paragraphs>
  <Slides>92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92</vt:i4>
      </vt:variant>
    </vt:vector>
  </HeadingPairs>
  <TitlesOfParts>
    <vt:vector size="103" baseType="lpstr">
      <vt:lpstr>D2Coding</vt:lpstr>
      <vt:lpstr>Noto Sans Symbols</vt:lpstr>
      <vt:lpstr>Sorts Mill Goudy</vt:lpstr>
      <vt:lpstr>Malgun Gothic</vt:lpstr>
      <vt:lpstr>Malgun Gothic</vt:lpstr>
      <vt:lpstr>Batang</vt:lpstr>
      <vt:lpstr>Arial</vt:lpstr>
      <vt:lpstr>Courier New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Why SW Virtualization ?</vt:lpstr>
      <vt:lpstr>사진기로 사진찍고 인화하기 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 설치(WSL)</vt:lpstr>
      <vt:lpstr>PowerPoint 프레젠테이션</vt:lpstr>
      <vt:lpstr>Windows PowerShell</vt:lpstr>
      <vt:lpstr>WSL2 Installation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Cline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264</cp:revision>
  <dcterms:created xsi:type="dcterms:W3CDTF">2026-04-06T01:00:39Z</dcterms:created>
  <dcterms:modified xsi:type="dcterms:W3CDTF">2026-09-02T14:24:27Z</dcterms:modified>
  <cp:version/>
</cp:coreProperties>
</file>