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1"/>
  </p:notesMasterIdLst>
  <p:sldIdLst>
    <p:sldId id="256" r:id="rId2"/>
    <p:sldId id="257" r:id="rId3"/>
    <p:sldId id="258" r:id="rId4"/>
    <p:sldId id="259" r:id="rId5"/>
    <p:sldId id="260" r:id="rId6"/>
    <p:sldId id="353" r:id="rId7"/>
    <p:sldId id="354"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52"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Lst>
  <p:sldSz cx="12192000" cy="6858000"/>
  <p:notesSz cx="6858000" cy="9144000"/>
  <p:embeddedFontLst>
    <p:embeddedFont>
      <p:font typeface="Arimo" panose="020B0600000101010101" charset="0"/>
      <p:regular r:id="rId102"/>
      <p:bold r:id="rId103"/>
      <p:italic r:id="rId104"/>
      <p:boldItalic r:id="rId105"/>
    </p:embeddedFont>
    <p:embeddedFont>
      <p:font typeface="D2Coding" panose="020B0609020101020101" pitchFamily="49" charset="-127"/>
      <p:regular r:id="rId106"/>
      <p:bold r:id="rId107"/>
    </p:embeddedFont>
    <p:embeddedFont>
      <p:font typeface="Sorts Mill Goudy" panose="020B0600000101010101" charset="0"/>
      <p:regular r:id="rId108"/>
      <p:italic r:id="rId10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0" roundtripDataSignature="AMtx7miht95Tbn8Xhotz3FtW7ditTuMg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E40AAE-40DA-4CBD-AC85-0C95CE8D0049}">
  <a:tblStyle styleId="{35E40AAE-40DA-4CBD-AC85-0C95CE8D0049}" styleName="Table_0">
    <a:wholeTbl>
      <a:tcTxStyle b="off" i="off">
        <a:font>
          <a:latin typeface="Goudy Old Style"/>
          <a:ea typeface="Goudy Old Style"/>
          <a:cs typeface="Goudy Old Styl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6ECE6"/>
          </a:solidFill>
        </a:fill>
      </a:tcStyle>
    </a:wholeTbl>
    <a:band1H>
      <a:tcTxStyle/>
      <a:tcStyle>
        <a:tcBdr/>
        <a:fill>
          <a:solidFill>
            <a:srgbClr val="ECD8CA"/>
          </a:solidFill>
        </a:fill>
      </a:tcStyle>
    </a:band1H>
    <a:band2H>
      <a:tcTxStyle/>
      <a:tcStyle>
        <a:tcBdr/>
      </a:tcStyle>
    </a:band2H>
    <a:band1V>
      <a:tcTxStyle/>
      <a:tcStyle>
        <a:tcBdr/>
        <a:fill>
          <a:solidFill>
            <a:srgbClr val="ECD8CA"/>
          </a:solidFill>
        </a:fill>
      </a:tcStyle>
    </a:band1V>
    <a:band2V>
      <a:tcTxStyle/>
      <a:tcStyle>
        <a:tcBdr/>
      </a:tcStyle>
    </a:band2V>
    <a:lastCol>
      <a:tcTxStyle b="on" i="off">
        <a:font>
          <a:latin typeface="Goudy Old Style"/>
          <a:ea typeface="Goudy Old Style"/>
          <a:cs typeface="Goudy Old Style"/>
        </a:font>
        <a:schemeClr val="lt1"/>
      </a:tcTxStyle>
      <a:tcStyle>
        <a:tcBdr/>
        <a:fill>
          <a:solidFill>
            <a:schemeClr val="accent1"/>
          </a:solidFill>
        </a:fill>
      </a:tcStyle>
    </a:lastCol>
    <a:firstCol>
      <a:tcTxStyle b="on" i="off">
        <a:font>
          <a:latin typeface="Goudy Old Style"/>
          <a:ea typeface="Goudy Old Style"/>
          <a:cs typeface="Goudy Old Style"/>
        </a:font>
        <a:schemeClr val="lt1"/>
      </a:tcTxStyle>
      <a:tcStyle>
        <a:tcBdr/>
        <a:fill>
          <a:solidFill>
            <a:schemeClr val="accent1"/>
          </a:solidFill>
        </a:fill>
      </a:tcStyle>
    </a:firstCol>
    <a:lastRow>
      <a:tcTxStyle b="on" i="off">
        <a:font>
          <a:latin typeface="Goudy Old Style"/>
          <a:ea typeface="Goudy Old Style"/>
          <a:cs typeface="Goudy Old Styl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oudy Old Style"/>
          <a:ea typeface="Goudy Old Style"/>
          <a:cs typeface="Goudy Old Styl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sorterViewPr>
    <p:cViewPr varScale="1">
      <p:scale>
        <a:sx n="1" d="1"/>
        <a:sy n="1" d="1"/>
      </p:scale>
      <p:origin x="0" y="-102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font" Target="fonts/font6.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fntdata"/><Relationship Id="rId108" Type="http://schemas.openxmlformats.org/officeDocument/2006/relationships/font" Target="fonts/font7.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5.fntdata"/><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8.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customschemas.google.com/relationships/presentationmetadata" Target="meta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69" name="Google Shape;16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7008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8272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255" name="Google Shape;25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265" name="Google Shape;26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278" name="Google Shape;27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320" name="Google Shape;32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2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358" name="Google Shape;358;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2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433" name="Google Shape;43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1" name="Google Shape;441;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30: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443" name="Google Shape;443;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3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452" name="Google Shape;45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7" name="Google Shape;507;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3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509" name="Google Shape;50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3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546" name="Google Shape;546;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5" name="Google Shape;57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4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740" name="Google Shape;740;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7" name="Google Shape;74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1" name="Google Shape;791;p4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792" name="Google Shape;792;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9" name="Google Shape;79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a:extLst>
            <a:ext uri="{FF2B5EF4-FFF2-40B4-BE49-F238E27FC236}">
              <a16:creationId xmlns:a16="http://schemas.microsoft.com/office/drawing/2014/main" id="{9F2246D0-2733-4951-CFFB-9F74AB2E541A}"/>
            </a:ext>
          </a:extLst>
        </p:cNvPr>
        <p:cNvGrpSpPr/>
        <p:nvPr/>
      </p:nvGrpSpPr>
      <p:grpSpPr>
        <a:xfrm>
          <a:off x="0" y="0"/>
          <a:ext cx="0" cy="0"/>
          <a:chOff x="0" y="0"/>
          <a:chExt cx="0" cy="0"/>
        </a:xfrm>
      </p:grpSpPr>
      <p:sp>
        <p:nvSpPr>
          <p:cNvPr id="817" name="Google Shape;817;p51:notes">
            <a:extLst>
              <a:ext uri="{FF2B5EF4-FFF2-40B4-BE49-F238E27FC236}">
                <a16:creationId xmlns:a16="http://schemas.microsoft.com/office/drawing/2014/main" id="{4DB33392-DE62-BD0E-386C-7D8B39AC03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p51:notes">
            <a:extLst>
              <a:ext uri="{FF2B5EF4-FFF2-40B4-BE49-F238E27FC236}">
                <a16:creationId xmlns:a16="http://schemas.microsoft.com/office/drawing/2014/main" id="{48CA9937-B433-0463-2A99-544853C75B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4598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6" name="Google Shape;83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5" name="Google Shape;84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4" name="Google Shape;854;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4" name="Google Shape;864;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3" name="Google Shape;88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0" name="Google Shape;89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0" name="Google Shape;900;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0" name="Google Shape;92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7" name="Google Shape;927;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5" name="Google Shape;935;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4" name="Google Shape;944;p6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945" name="Google Shape;945;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5" name="Google Shape;955;p6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956" name="Google Shape;956;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6" name="Google Shape;966;p6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967" name="Google Shape;967;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9" name="Google Shape;979;p6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980" name="Google Shape;980;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0" name="Google Shape;990;p6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991" name="Google Shape;991;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9" name="Google Shape;999;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6" name="Google Shape;1006;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4" name="Google Shape;1014;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2" name="Google Shape;1022;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0" name="Google Shape;1030;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0" name="Google Shape;1040;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9" name="Google Shape;104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7" name="Google Shape;1057;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4" name="Google Shape;1064;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4" name="Google Shape;1074;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3" name="Google Shape;1083;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2" name="Google Shape;1092;p8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093" name="Google Shape;1093;p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3" name="Google Shape;1123;p8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124" name="Google Shape;1124;p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2" name="Google Shape;1132;p8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133" name="Google Shape;1133;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0" name="Google Shape;1140;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8" name="Google Shape;1148;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9" name="Google Shape;1149;p8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150" name="Google Shape;1150;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3" name="Google Shape;1173;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4" name="Google Shape;1174;p8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175" name="Google Shape;1175;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4" name="Google Shape;1184;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5" name="Google Shape;1185;p8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186" name="Google Shape;118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3" name="Google Shape;1193;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4" name="Google Shape;1194;p8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195" name="Google Shape;1195;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2" name="Google Shape;1202;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9" name="Google Shape;1209;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0" name="Google Shape;1210;p90: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11" name="Google Shape;1211;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8" name="Google Shape;1218;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9" name="Google Shape;1219;p9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20" name="Google Shape;1220;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94</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8" name="Google Shape;1228;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9" name="Google Shape;1229;p9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30" name="Google Shape;1230;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95</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7" name="Google Shape;1237;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8" name="Google Shape;1238;p9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39" name="Google Shape;1239;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96</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8" name="Google Shape;1248;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9" name="Google Shape;1249;p9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50" name="Google Shape;1250;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97</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8" name="Google Shape;1258;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9" name="Google Shape;1259;p9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60" name="Google Shape;1260;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8" name="Google Shape;1268;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9" name="Google Shape;1269;p9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2024-03-07</a:t>
            </a:r>
            <a:endParaRPr/>
          </a:p>
        </p:txBody>
      </p:sp>
      <p:sp>
        <p:nvSpPr>
          <p:cNvPr id="1270" name="Google Shape;1270;p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98"/>
          <p:cNvSpPr txBox="1">
            <a:spLocks noGrp="1"/>
          </p:cNvSpPr>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lnSpc>
                <a:spcPct val="90000"/>
              </a:lnSpc>
              <a:spcBef>
                <a:spcPts val="0"/>
              </a:spcBef>
              <a:spcAft>
                <a:spcPts val="0"/>
              </a:spcAft>
              <a:buClr>
                <a:schemeClr val="lt2"/>
              </a:buClr>
              <a:buSzPts val="5400"/>
              <a:buFont typeface="Batang"/>
              <a:buNone/>
              <a:defRPr sz="540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98"/>
          <p:cNvSpPr txBox="1">
            <a:spLocks noGrp="1"/>
          </p:cNvSpPr>
          <p:nvPr>
            <p:ph type="subTitle" idx="1"/>
          </p:nvPr>
        </p:nvSpPr>
        <p:spPr>
          <a:xfrm>
            <a:off x="1370693" y="3773489"/>
            <a:ext cx="9440034" cy="1049867"/>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lvl="0" algn="ctr">
              <a:lnSpc>
                <a:spcPct val="110000"/>
              </a:lnSpc>
              <a:spcBef>
                <a:spcPts val="460"/>
              </a:spcBef>
              <a:spcAft>
                <a:spcPts val="0"/>
              </a:spcAft>
              <a:buSzPts val="1610"/>
              <a:buNone/>
              <a:defRPr>
                <a:solidFill>
                  <a:schemeClr val="lt1"/>
                </a:solidFill>
                <a:latin typeface="Batang"/>
                <a:ea typeface="Batang"/>
                <a:cs typeface="Batang"/>
                <a:sym typeface="Batang"/>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a:endParaRPr/>
          </a:p>
        </p:txBody>
      </p:sp>
      <p:sp>
        <p:nvSpPr>
          <p:cNvPr id="18" name="Google Shape;18;p98"/>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98"/>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98"/>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b="0" i="0" u="none" strike="noStrike" cap="none">
                <a:solidFill>
                  <a:srgbClr val="F2F2F2"/>
                </a:solidFill>
                <a:latin typeface="Batang"/>
                <a:ea typeface="Batang"/>
                <a:cs typeface="Batang"/>
                <a:sym typeface="Batang"/>
              </a:defRPr>
            </a:lvl1pPr>
            <a:lvl2pPr marL="0" lvl="1" indent="0" algn="r">
              <a:spcBef>
                <a:spcPts val="0"/>
              </a:spcBef>
              <a:buNone/>
              <a:defRPr sz="1100" b="0" i="0" u="none" strike="noStrike" cap="none">
                <a:solidFill>
                  <a:srgbClr val="F2F2F2"/>
                </a:solidFill>
                <a:latin typeface="Batang"/>
                <a:ea typeface="Batang"/>
                <a:cs typeface="Batang"/>
                <a:sym typeface="Batang"/>
              </a:defRPr>
            </a:lvl2pPr>
            <a:lvl3pPr marL="0" lvl="2" indent="0" algn="r">
              <a:spcBef>
                <a:spcPts val="0"/>
              </a:spcBef>
              <a:buNone/>
              <a:defRPr sz="1100" b="0" i="0" u="none" strike="noStrike" cap="none">
                <a:solidFill>
                  <a:srgbClr val="F2F2F2"/>
                </a:solidFill>
                <a:latin typeface="Batang"/>
                <a:ea typeface="Batang"/>
                <a:cs typeface="Batang"/>
                <a:sym typeface="Batang"/>
              </a:defRPr>
            </a:lvl3pPr>
            <a:lvl4pPr marL="0" lvl="3" indent="0" algn="r">
              <a:spcBef>
                <a:spcPts val="0"/>
              </a:spcBef>
              <a:buNone/>
              <a:defRPr sz="1100" b="0" i="0" u="none" strike="noStrike" cap="none">
                <a:solidFill>
                  <a:srgbClr val="F2F2F2"/>
                </a:solidFill>
                <a:latin typeface="Batang"/>
                <a:ea typeface="Batang"/>
                <a:cs typeface="Batang"/>
                <a:sym typeface="Batang"/>
              </a:defRPr>
            </a:lvl4pPr>
            <a:lvl5pPr marL="0" lvl="4" indent="0" algn="r">
              <a:spcBef>
                <a:spcPts val="0"/>
              </a:spcBef>
              <a:buNone/>
              <a:defRPr sz="1100" b="0" i="0" u="none" strike="noStrike" cap="none">
                <a:solidFill>
                  <a:srgbClr val="F2F2F2"/>
                </a:solidFill>
                <a:latin typeface="Batang"/>
                <a:ea typeface="Batang"/>
                <a:cs typeface="Batang"/>
                <a:sym typeface="Batang"/>
              </a:defRPr>
            </a:lvl5pPr>
            <a:lvl6pPr marL="0" lvl="5" indent="0" algn="r">
              <a:spcBef>
                <a:spcPts val="0"/>
              </a:spcBef>
              <a:buNone/>
              <a:defRPr sz="1100" b="0" i="0" u="none" strike="noStrike" cap="none">
                <a:solidFill>
                  <a:srgbClr val="F2F2F2"/>
                </a:solidFill>
                <a:latin typeface="Batang"/>
                <a:ea typeface="Batang"/>
                <a:cs typeface="Batang"/>
                <a:sym typeface="Batang"/>
              </a:defRPr>
            </a:lvl6pPr>
            <a:lvl7pPr marL="0" lvl="6" indent="0" algn="r">
              <a:spcBef>
                <a:spcPts val="0"/>
              </a:spcBef>
              <a:buNone/>
              <a:defRPr sz="1100" b="0" i="0" u="none" strike="noStrike" cap="none">
                <a:solidFill>
                  <a:srgbClr val="F2F2F2"/>
                </a:solidFill>
                <a:latin typeface="Batang"/>
                <a:ea typeface="Batang"/>
                <a:cs typeface="Batang"/>
                <a:sym typeface="Batang"/>
              </a:defRPr>
            </a:lvl7pPr>
            <a:lvl8pPr marL="0" lvl="7" indent="0" algn="r">
              <a:spcBef>
                <a:spcPts val="0"/>
              </a:spcBef>
              <a:buNone/>
              <a:defRPr sz="1100" b="0" i="0" u="none" strike="noStrike" cap="none">
                <a:solidFill>
                  <a:srgbClr val="F2F2F2"/>
                </a:solidFill>
                <a:latin typeface="Batang"/>
                <a:ea typeface="Batang"/>
                <a:cs typeface="Batang"/>
                <a:sym typeface="Batang"/>
              </a:defRPr>
            </a:lvl8pPr>
            <a:lvl9pPr marL="0" lvl="8" indent="0" algn="r">
              <a:spcBef>
                <a:spcPts val="0"/>
              </a:spcBef>
              <a:buNone/>
              <a:defRPr sz="1100" b="0" i="0" u="none" strike="noStrike" cap="none">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98"/>
          <p:cNvPicPr preferRelativeResize="0"/>
          <p:nvPr/>
        </p:nvPicPr>
        <p:blipFill rotWithShape="1">
          <a:blip r:embed="rId2">
            <a:alphaModFix/>
          </a:blip>
          <a:srcRect/>
          <a:stretch/>
        </p:blipFill>
        <p:spPr>
          <a:xfrm>
            <a:off x="105924" y="6365874"/>
            <a:ext cx="355393" cy="3935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2"/>
        <p:cNvGrpSpPr/>
        <p:nvPr/>
      </p:nvGrpSpPr>
      <p:grpSpPr>
        <a:xfrm>
          <a:off x="0" y="0"/>
          <a:ext cx="0" cy="0"/>
          <a:chOff x="0" y="0"/>
          <a:chExt cx="0" cy="0"/>
        </a:xfrm>
      </p:grpSpPr>
      <p:sp>
        <p:nvSpPr>
          <p:cNvPr id="23" name="Google Shape;23;p9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3200"/>
              <a:buFont typeface="Batang"/>
              <a:buNone/>
              <a:defRPr sz="320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99"/>
          <p:cNvSpPr txBox="1">
            <a:spLocks noGrp="1"/>
          </p:cNvSpPr>
          <p:nvPr>
            <p:ph type="body" idx="1"/>
          </p:nvPr>
        </p:nvSpPr>
        <p:spPr>
          <a:xfrm>
            <a:off x="913795" y="1127464"/>
            <a:ext cx="10353762" cy="466373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30835" algn="l">
              <a:lnSpc>
                <a:spcPct val="110000"/>
              </a:lnSpc>
              <a:spcBef>
                <a:spcPts val="460"/>
              </a:spcBef>
              <a:spcAft>
                <a:spcPts val="0"/>
              </a:spcAft>
              <a:buSzPts val="1610"/>
              <a:buChar char="◈"/>
              <a:defRPr>
                <a:latin typeface="Batang"/>
                <a:ea typeface="Batang"/>
                <a:cs typeface="Batang"/>
                <a:sym typeface="Batang"/>
              </a:defRPr>
            </a:lvl1pPr>
            <a:lvl2pPr marL="914400" lvl="1" indent="-321944" algn="l">
              <a:spcBef>
                <a:spcPts val="600"/>
              </a:spcBef>
              <a:spcAft>
                <a:spcPts val="0"/>
              </a:spcAft>
              <a:buSzPts val="1470"/>
              <a:buChar char="🞚"/>
              <a:defRPr>
                <a:latin typeface="Batang"/>
                <a:ea typeface="Batang"/>
                <a:cs typeface="Batang"/>
                <a:sym typeface="Batang"/>
              </a:defRPr>
            </a:lvl2pPr>
            <a:lvl3pPr marL="1371600" lvl="2" indent="-308610" algn="l">
              <a:spcBef>
                <a:spcPts val="600"/>
              </a:spcBef>
              <a:spcAft>
                <a:spcPts val="0"/>
              </a:spcAft>
              <a:buSzPts val="1260"/>
              <a:buChar char="◈"/>
              <a:defRPr>
                <a:latin typeface="Batang"/>
                <a:ea typeface="Batang"/>
                <a:cs typeface="Batang"/>
                <a:sym typeface="Batang"/>
              </a:defRPr>
            </a:lvl3pPr>
            <a:lvl4pPr marL="1828800" lvl="3" indent="-299719" algn="l">
              <a:spcBef>
                <a:spcPts val="600"/>
              </a:spcBef>
              <a:spcAft>
                <a:spcPts val="0"/>
              </a:spcAft>
              <a:buSzPts val="1120"/>
              <a:buChar char="🞚"/>
              <a:defRPr>
                <a:latin typeface="Batang"/>
                <a:ea typeface="Batang"/>
                <a:cs typeface="Batang"/>
                <a:sym typeface="Batang"/>
              </a:defRPr>
            </a:lvl4pPr>
            <a:lvl5pPr marL="2286000" lvl="4" indent="-299720" algn="l">
              <a:spcBef>
                <a:spcPts val="600"/>
              </a:spcBef>
              <a:spcAft>
                <a:spcPts val="0"/>
              </a:spcAft>
              <a:buSzPts val="1120"/>
              <a:buChar char="◈"/>
              <a:defRPr>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pic>
        <p:nvPicPr>
          <p:cNvPr id="25" name="Google Shape;25;p99"/>
          <p:cNvPicPr preferRelativeResize="0"/>
          <p:nvPr/>
        </p:nvPicPr>
        <p:blipFill rotWithShape="1">
          <a:blip r:embed="rId2">
            <a:alphaModFix/>
          </a:blip>
          <a:srcRect/>
          <a:stretch/>
        </p:blipFill>
        <p:spPr>
          <a:xfrm>
            <a:off x="105924" y="6365874"/>
            <a:ext cx="355393" cy="393576"/>
          </a:xfrm>
          <a:prstGeom prst="rect">
            <a:avLst/>
          </a:prstGeom>
          <a:noFill/>
          <a:ln>
            <a:noFill/>
          </a:ln>
        </p:spPr>
      </p:pic>
      <p:sp>
        <p:nvSpPr>
          <p:cNvPr id="26" name="Google Shape;26;p99"/>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9"/>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9"/>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9"/>
        <p:cNvGrpSpPr/>
        <p:nvPr/>
      </p:nvGrpSpPr>
      <p:grpSpPr>
        <a:xfrm>
          <a:off x="0" y="0"/>
          <a:ext cx="0" cy="0"/>
          <a:chOff x="0" y="0"/>
          <a:chExt cx="0" cy="0"/>
        </a:xfrm>
      </p:grpSpPr>
      <p:sp>
        <p:nvSpPr>
          <p:cNvPr id="30" name="Google Shape;30;p100"/>
          <p:cNvSpPr txBox="1">
            <a:spLocks noGrp="1"/>
          </p:cNvSpPr>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lnSpc>
                <a:spcPct val="90000"/>
              </a:lnSpc>
              <a:spcBef>
                <a:spcPts val="0"/>
              </a:spcBef>
              <a:spcAft>
                <a:spcPts val="0"/>
              </a:spcAft>
              <a:buClr>
                <a:schemeClr val="lt2"/>
              </a:buClr>
              <a:buSzPts val="4000"/>
              <a:buFont typeface="Batang"/>
              <a:buNone/>
              <a:defRPr sz="4000" b="0" cap="none">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0"/>
          <p:cNvSpPr txBox="1">
            <a:spLocks noGrp="1"/>
          </p:cNvSpPr>
          <p:nvPr>
            <p:ph type="body" idx="1"/>
          </p:nvPr>
        </p:nvSpPr>
        <p:spPr>
          <a:xfrm>
            <a:off x="1295401" y="3763439"/>
            <a:ext cx="9590550" cy="133349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400"/>
              </a:spcBef>
              <a:spcAft>
                <a:spcPts val="0"/>
              </a:spcAft>
              <a:buSzPts val="1400"/>
              <a:buNone/>
              <a:defRPr sz="2000">
                <a:solidFill>
                  <a:schemeClr val="lt1"/>
                </a:solidFill>
                <a:latin typeface="Batang"/>
                <a:ea typeface="Batang"/>
                <a:cs typeface="Batang"/>
                <a:sym typeface="Batang"/>
              </a:defRPr>
            </a:lvl1pPr>
            <a:lvl2pPr marL="914400" lvl="1" indent="-228600" algn="l">
              <a:spcBef>
                <a:spcPts val="600"/>
              </a:spcBef>
              <a:spcAft>
                <a:spcPts val="0"/>
              </a:spcAft>
              <a:buSzPts val="1260"/>
              <a:buNone/>
              <a:defRPr sz="1800">
                <a:solidFill>
                  <a:schemeClr val="lt1"/>
                </a:solidFill>
              </a:defRPr>
            </a:lvl2pPr>
            <a:lvl3pPr marL="1371600" lvl="2" indent="-228600" algn="l">
              <a:spcBef>
                <a:spcPts val="600"/>
              </a:spcBef>
              <a:spcAft>
                <a:spcPts val="0"/>
              </a:spcAft>
              <a:buSzPts val="1120"/>
              <a:buNone/>
              <a:defRPr sz="1600">
                <a:solidFill>
                  <a:schemeClr val="lt1"/>
                </a:solidFill>
              </a:defRPr>
            </a:lvl3pPr>
            <a:lvl4pPr marL="1828800" lvl="3" indent="-228600" algn="l">
              <a:spcBef>
                <a:spcPts val="600"/>
              </a:spcBef>
              <a:spcAft>
                <a:spcPts val="0"/>
              </a:spcAft>
              <a:buSzPts val="980"/>
              <a:buNone/>
              <a:defRPr sz="1400">
                <a:solidFill>
                  <a:schemeClr val="lt1"/>
                </a:solidFill>
              </a:defRPr>
            </a:lvl4pPr>
            <a:lvl5pPr marL="2286000" lvl="4" indent="-228600" algn="l">
              <a:spcBef>
                <a:spcPts val="600"/>
              </a:spcBef>
              <a:spcAft>
                <a:spcPts val="0"/>
              </a:spcAft>
              <a:buSzPts val="980"/>
              <a:buNone/>
              <a:defRPr sz="1400">
                <a:solidFill>
                  <a:schemeClr val="lt1"/>
                </a:solidFill>
              </a:defRPr>
            </a:lvl5pPr>
            <a:lvl6pPr marL="2743200" lvl="5" indent="-228600" algn="l">
              <a:spcBef>
                <a:spcPts val="600"/>
              </a:spcBef>
              <a:spcAft>
                <a:spcPts val="0"/>
              </a:spcAft>
              <a:buSzPts val="980"/>
              <a:buNone/>
              <a:defRPr sz="1400">
                <a:solidFill>
                  <a:schemeClr val="lt1"/>
                </a:solidFill>
              </a:defRPr>
            </a:lvl6pPr>
            <a:lvl7pPr marL="3200400" lvl="6" indent="-228600" algn="l">
              <a:spcBef>
                <a:spcPts val="600"/>
              </a:spcBef>
              <a:spcAft>
                <a:spcPts val="0"/>
              </a:spcAft>
              <a:buSzPts val="980"/>
              <a:buNone/>
              <a:defRPr sz="1400">
                <a:solidFill>
                  <a:schemeClr val="lt1"/>
                </a:solidFill>
              </a:defRPr>
            </a:lvl7pPr>
            <a:lvl8pPr marL="3657600" lvl="7" indent="-228600" algn="l">
              <a:spcBef>
                <a:spcPts val="600"/>
              </a:spcBef>
              <a:spcAft>
                <a:spcPts val="0"/>
              </a:spcAft>
              <a:buSzPts val="980"/>
              <a:buNone/>
              <a:defRPr sz="1400">
                <a:solidFill>
                  <a:schemeClr val="lt1"/>
                </a:solidFill>
              </a:defRPr>
            </a:lvl8pPr>
            <a:lvl9pPr marL="4114800" lvl="8" indent="-228600" algn="l">
              <a:spcBef>
                <a:spcPts val="600"/>
              </a:spcBef>
              <a:spcAft>
                <a:spcPts val="600"/>
              </a:spcAft>
              <a:buSzPts val="980"/>
              <a:buNone/>
              <a:defRPr sz="1400">
                <a:solidFill>
                  <a:schemeClr val="lt1"/>
                </a:solidFill>
              </a:defRPr>
            </a:lvl9pPr>
          </a:lstStyle>
          <a:p>
            <a:endParaRPr/>
          </a:p>
        </p:txBody>
      </p:sp>
      <p:pic>
        <p:nvPicPr>
          <p:cNvPr id="32" name="Google Shape;32;p100"/>
          <p:cNvPicPr preferRelativeResize="0"/>
          <p:nvPr/>
        </p:nvPicPr>
        <p:blipFill rotWithShape="1">
          <a:blip r:embed="rId2">
            <a:alphaModFix/>
          </a:blip>
          <a:srcRect/>
          <a:stretch/>
        </p:blipFill>
        <p:spPr>
          <a:xfrm>
            <a:off x="105924" y="6365874"/>
            <a:ext cx="355393" cy="393576"/>
          </a:xfrm>
          <a:prstGeom prst="rect">
            <a:avLst/>
          </a:prstGeom>
          <a:noFill/>
          <a:ln>
            <a:noFill/>
          </a:ln>
        </p:spPr>
      </p:pic>
      <p:sp>
        <p:nvSpPr>
          <p:cNvPr id="33" name="Google Shape;33;p100"/>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0"/>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0"/>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내용 2개" type="twoObj">
  <p:cSld name="TWO_OBJECTS">
    <p:spTree>
      <p:nvGrpSpPr>
        <p:cNvPr id="1" name="Shape 36"/>
        <p:cNvGrpSpPr/>
        <p:nvPr/>
      </p:nvGrpSpPr>
      <p:grpSpPr>
        <a:xfrm>
          <a:off x="0" y="0"/>
          <a:ext cx="0" cy="0"/>
          <a:chOff x="0" y="0"/>
          <a:chExt cx="0" cy="0"/>
        </a:xfrm>
      </p:grpSpPr>
      <p:sp>
        <p:nvSpPr>
          <p:cNvPr id="37" name="Google Shape;37;p101"/>
          <p:cNvSpPr txBox="1">
            <a:spLocks noGrp="1"/>
          </p:cNvSpPr>
          <p:nvPr>
            <p:ph type="title"/>
          </p:nvPr>
        </p:nvSpPr>
        <p:spPr>
          <a:xfrm>
            <a:off x="913795" y="609600"/>
            <a:ext cx="10353762" cy="1261872"/>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1"/>
          <p:cNvSpPr txBox="1">
            <a:spLocks noGrp="1"/>
          </p:cNvSpPr>
          <p:nvPr>
            <p:ph type="body" idx="1"/>
          </p:nvPr>
        </p:nvSpPr>
        <p:spPr>
          <a:xfrm>
            <a:off x="913795" y="2076450"/>
            <a:ext cx="4856841" cy="3622671"/>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30835" algn="l">
              <a:lnSpc>
                <a:spcPct val="110000"/>
              </a:lnSpc>
              <a:spcBef>
                <a:spcPts val="460"/>
              </a:spcBef>
              <a:spcAft>
                <a:spcPts val="0"/>
              </a:spcAft>
              <a:buSzPts val="1610"/>
              <a:buChar char="◈"/>
              <a:defRPr>
                <a:latin typeface="Batang"/>
                <a:ea typeface="Batang"/>
                <a:cs typeface="Batang"/>
                <a:sym typeface="Batang"/>
              </a:defRPr>
            </a:lvl1pPr>
            <a:lvl2pPr marL="914400" lvl="1" indent="-321944" algn="l">
              <a:spcBef>
                <a:spcPts val="600"/>
              </a:spcBef>
              <a:spcAft>
                <a:spcPts val="0"/>
              </a:spcAft>
              <a:buSzPts val="1470"/>
              <a:buChar char="🞚"/>
              <a:defRPr>
                <a:latin typeface="Batang"/>
                <a:ea typeface="Batang"/>
                <a:cs typeface="Batang"/>
                <a:sym typeface="Batang"/>
              </a:defRPr>
            </a:lvl2pPr>
            <a:lvl3pPr marL="1371600" lvl="2" indent="-308610" algn="l">
              <a:spcBef>
                <a:spcPts val="600"/>
              </a:spcBef>
              <a:spcAft>
                <a:spcPts val="0"/>
              </a:spcAft>
              <a:buSzPts val="1260"/>
              <a:buChar char="◈"/>
              <a:defRPr>
                <a:latin typeface="Batang"/>
                <a:ea typeface="Batang"/>
                <a:cs typeface="Batang"/>
                <a:sym typeface="Batang"/>
              </a:defRPr>
            </a:lvl3pPr>
            <a:lvl4pPr marL="1828800" lvl="3" indent="-299719" algn="l">
              <a:spcBef>
                <a:spcPts val="600"/>
              </a:spcBef>
              <a:spcAft>
                <a:spcPts val="0"/>
              </a:spcAft>
              <a:buSzPts val="1120"/>
              <a:buChar char="🞚"/>
              <a:defRPr>
                <a:latin typeface="Batang"/>
                <a:ea typeface="Batang"/>
                <a:cs typeface="Batang"/>
                <a:sym typeface="Batang"/>
              </a:defRPr>
            </a:lvl4pPr>
            <a:lvl5pPr marL="2286000" lvl="4" indent="-299720" algn="l">
              <a:spcBef>
                <a:spcPts val="600"/>
              </a:spcBef>
              <a:spcAft>
                <a:spcPts val="0"/>
              </a:spcAft>
              <a:buSzPts val="1120"/>
              <a:buChar char="◈"/>
              <a:defRPr>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39" name="Google Shape;39;p101"/>
          <p:cNvSpPr txBox="1">
            <a:spLocks noGrp="1"/>
          </p:cNvSpPr>
          <p:nvPr>
            <p:ph type="body" idx="2"/>
          </p:nvPr>
        </p:nvSpPr>
        <p:spPr>
          <a:xfrm>
            <a:off x="6410716" y="2076451"/>
            <a:ext cx="4856841" cy="362267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30835" algn="l">
              <a:lnSpc>
                <a:spcPct val="110000"/>
              </a:lnSpc>
              <a:spcBef>
                <a:spcPts val="460"/>
              </a:spcBef>
              <a:spcAft>
                <a:spcPts val="0"/>
              </a:spcAft>
              <a:buSzPts val="1610"/>
              <a:buChar char="◈"/>
              <a:defRPr>
                <a:latin typeface="Batang"/>
                <a:ea typeface="Batang"/>
                <a:cs typeface="Batang"/>
                <a:sym typeface="Batang"/>
              </a:defRPr>
            </a:lvl1pPr>
            <a:lvl2pPr marL="914400" lvl="1" indent="-321944" algn="l">
              <a:spcBef>
                <a:spcPts val="600"/>
              </a:spcBef>
              <a:spcAft>
                <a:spcPts val="0"/>
              </a:spcAft>
              <a:buSzPts val="1470"/>
              <a:buChar char="🞚"/>
              <a:defRPr>
                <a:latin typeface="Batang"/>
                <a:ea typeface="Batang"/>
                <a:cs typeface="Batang"/>
                <a:sym typeface="Batang"/>
              </a:defRPr>
            </a:lvl2pPr>
            <a:lvl3pPr marL="1371600" lvl="2" indent="-308610" algn="l">
              <a:spcBef>
                <a:spcPts val="600"/>
              </a:spcBef>
              <a:spcAft>
                <a:spcPts val="0"/>
              </a:spcAft>
              <a:buSzPts val="1260"/>
              <a:buChar char="◈"/>
              <a:defRPr>
                <a:latin typeface="Batang"/>
                <a:ea typeface="Batang"/>
                <a:cs typeface="Batang"/>
                <a:sym typeface="Batang"/>
              </a:defRPr>
            </a:lvl3pPr>
            <a:lvl4pPr marL="1828800" lvl="3" indent="-299719" algn="l">
              <a:spcBef>
                <a:spcPts val="600"/>
              </a:spcBef>
              <a:spcAft>
                <a:spcPts val="0"/>
              </a:spcAft>
              <a:buSzPts val="1120"/>
              <a:buChar char="🞚"/>
              <a:defRPr>
                <a:latin typeface="Batang"/>
                <a:ea typeface="Batang"/>
                <a:cs typeface="Batang"/>
                <a:sym typeface="Batang"/>
              </a:defRPr>
            </a:lvl4pPr>
            <a:lvl5pPr marL="2286000" lvl="4" indent="-299720" algn="l">
              <a:spcBef>
                <a:spcPts val="600"/>
              </a:spcBef>
              <a:spcAft>
                <a:spcPts val="0"/>
              </a:spcAft>
              <a:buSzPts val="1120"/>
              <a:buChar char="◈"/>
              <a:defRPr>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pic>
        <p:nvPicPr>
          <p:cNvPr id="40" name="Google Shape;40;p101"/>
          <p:cNvPicPr preferRelativeResize="0"/>
          <p:nvPr/>
        </p:nvPicPr>
        <p:blipFill rotWithShape="1">
          <a:blip r:embed="rId2">
            <a:alphaModFix/>
          </a:blip>
          <a:srcRect/>
          <a:stretch/>
        </p:blipFill>
        <p:spPr>
          <a:xfrm>
            <a:off x="105924" y="6365874"/>
            <a:ext cx="355393" cy="393576"/>
          </a:xfrm>
          <a:prstGeom prst="rect">
            <a:avLst/>
          </a:prstGeom>
          <a:noFill/>
          <a:ln>
            <a:noFill/>
          </a:ln>
        </p:spPr>
      </p:pic>
      <p:sp>
        <p:nvSpPr>
          <p:cNvPr id="41" name="Google Shape;41;p101"/>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1"/>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01"/>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4"/>
        <p:cNvGrpSpPr/>
        <p:nvPr/>
      </p:nvGrpSpPr>
      <p:grpSpPr>
        <a:xfrm>
          <a:off x="0" y="0"/>
          <a:ext cx="0" cy="0"/>
          <a:chOff x="0" y="0"/>
          <a:chExt cx="0" cy="0"/>
        </a:xfrm>
      </p:grpSpPr>
      <p:pic>
        <p:nvPicPr>
          <p:cNvPr id="45" name="Google Shape;45;p102" descr="Slate-V2-HD-compPhotoInset.png"/>
          <p:cNvPicPr preferRelativeResize="0"/>
          <p:nvPr/>
        </p:nvPicPr>
        <p:blipFill rotWithShape="1">
          <a:blip r:embed="rId2">
            <a:alphaModFix/>
          </a:blip>
          <a:srcRect/>
          <a:stretch/>
        </p:blipFill>
        <p:spPr>
          <a:xfrm>
            <a:off x="913795" y="1734506"/>
            <a:ext cx="5029200" cy="4099959"/>
          </a:xfrm>
          <a:prstGeom prst="rect">
            <a:avLst/>
          </a:prstGeom>
          <a:noFill/>
          <a:ln>
            <a:noFill/>
          </a:ln>
        </p:spPr>
      </p:pic>
      <p:pic>
        <p:nvPicPr>
          <p:cNvPr id="46" name="Google Shape;46;p102" descr="Slate-V2-HD-compPhotoInset.png"/>
          <p:cNvPicPr preferRelativeResize="0"/>
          <p:nvPr/>
        </p:nvPicPr>
        <p:blipFill rotWithShape="1">
          <a:blip r:embed="rId2">
            <a:alphaModFix/>
          </a:blip>
          <a:srcRect/>
          <a:stretch/>
        </p:blipFill>
        <p:spPr>
          <a:xfrm>
            <a:off x="6238357" y="1734506"/>
            <a:ext cx="5029200" cy="4099959"/>
          </a:xfrm>
          <a:prstGeom prst="rect">
            <a:avLst/>
          </a:prstGeom>
          <a:noFill/>
          <a:ln>
            <a:noFill/>
          </a:ln>
        </p:spPr>
      </p:pic>
      <p:sp>
        <p:nvSpPr>
          <p:cNvPr id="47" name="Google Shape;47;p102"/>
          <p:cNvSpPr txBox="1">
            <a:spLocks noGrp="1"/>
          </p:cNvSpPr>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2"/>
          <p:cNvSpPr txBox="1">
            <a:spLocks noGrp="1"/>
          </p:cNvSpPr>
          <p:nvPr>
            <p:ph type="body" idx="1"/>
          </p:nvPr>
        </p:nvSpPr>
        <p:spPr>
          <a:xfrm>
            <a:off x="1046013" y="1855153"/>
            <a:ext cx="4764764" cy="692494"/>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480"/>
              </a:spcBef>
              <a:spcAft>
                <a:spcPts val="0"/>
              </a:spcAft>
              <a:buSzPts val="1680"/>
              <a:buNone/>
              <a:defRPr sz="2400" b="0">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49" name="Google Shape;49;p102"/>
          <p:cNvSpPr txBox="1">
            <a:spLocks noGrp="1"/>
          </p:cNvSpPr>
          <p:nvPr>
            <p:ph type="body" idx="2"/>
          </p:nvPr>
        </p:nvSpPr>
        <p:spPr>
          <a:xfrm>
            <a:off x="1046013" y="2702103"/>
            <a:ext cx="4764764" cy="3043533"/>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lnSpc>
                <a:spcPct val="110000"/>
              </a:lnSpc>
              <a:spcBef>
                <a:spcPts val="360"/>
              </a:spcBef>
              <a:spcAft>
                <a:spcPts val="0"/>
              </a:spcAft>
              <a:buSzPts val="1260"/>
              <a:buChar char="◈"/>
              <a:defRPr sz="1800">
                <a:latin typeface="Batang"/>
                <a:ea typeface="Batang"/>
                <a:cs typeface="Batang"/>
                <a:sym typeface="Batang"/>
              </a:defRPr>
            </a:lvl1pPr>
            <a:lvl2pPr marL="914400" lvl="1" indent="-299719" algn="l">
              <a:spcBef>
                <a:spcPts val="600"/>
              </a:spcBef>
              <a:spcAft>
                <a:spcPts val="0"/>
              </a:spcAft>
              <a:buSzPts val="1120"/>
              <a:buChar char="🞚"/>
              <a:defRPr sz="1600">
                <a:latin typeface="Batang"/>
                <a:ea typeface="Batang"/>
                <a:cs typeface="Batang"/>
                <a:sym typeface="Batang"/>
              </a:defRPr>
            </a:lvl2pPr>
            <a:lvl3pPr marL="1371600" lvl="2" indent="-290830" algn="l">
              <a:spcBef>
                <a:spcPts val="600"/>
              </a:spcBef>
              <a:spcAft>
                <a:spcPts val="0"/>
              </a:spcAft>
              <a:buSzPts val="980"/>
              <a:buChar char="◈"/>
              <a:defRPr sz="1400">
                <a:latin typeface="Batang"/>
                <a:ea typeface="Batang"/>
                <a:cs typeface="Batang"/>
                <a:sym typeface="Batang"/>
              </a:defRPr>
            </a:lvl3pPr>
            <a:lvl4pPr marL="1828800" lvl="3" indent="-281939" algn="l">
              <a:spcBef>
                <a:spcPts val="600"/>
              </a:spcBef>
              <a:spcAft>
                <a:spcPts val="0"/>
              </a:spcAft>
              <a:buSzPts val="840"/>
              <a:buChar char="🞚"/>
              <a:defRPr sz="1200">
                <a:latin typeface="Batang"/>
                <a:ea typeface="Batang"/>
                <a:cs typeface="Batang"/>
                <a:sym typeface="Batang"/>
              </a:defRPr>
            </a:lvl4pPr>
            <a:lvl5pPr marL="2286000" lvl="4" indent="-281939" algn="l">
              <a:spcBef>
                <a:spcPts val="600"/>
              </a:spcBef>
              <a:spcAft>
                <a:spcPts val="0"/>
              </a:spcAft>
              <a:buSzPts val="840"/>
              <a:buChar char="◈"/>
              <a:defRPr sz="1200">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50" name="Google Shape;50;p102"/>
          <p:cNvSpPr txBox="1">
            <a:spLocks noGrp="1"/>
          </p:cNvSpPr>
          <p:nvPr>
            <p:ph type="body" idx="3"/>
          </p:nvPr>
        </p:nvSpPr>
        <p:spPr>
          <a:xfrm>
            <a:off x="6363166" y="1855152"/>
            <a:ext cx="4779582" cy="692495"/>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480"/>
              </a:spcBef>
              <a:spcAft>
                <a:spcPts val="0"/>
              </a:spcAft>
              <a:buSzPts val="1680"/>
              <a:buNone/>
              <a:defRPr sz="2400" b="0">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51" name="Google Shape;51;p102"/>
          <p:cNvSpPr txBox="1">
            <a:spLocks noGrp="1"/>
          </p:cNvSpPr>
          <p:nvPr>
            <p:ph type="body" idx="4"/>
          </p:nvPr>
        </p:nvSpPr>
        <p:spPr>
          <a:xfrm>
            <a:off x="6363167" y="2702103"/>
            <a:ext cx="4779581" cy="3043533"/>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08610" algn="l">
              <a:lnSpc>
                <a:spcPct val="110000"/>
              </a:lnSpc>
              <a:spcBef>
                <a:spcPts val="360"/>
              </a:spcBef>
              <a:spcAft>
                <a:spcPts val="0"/>
              </a:spcAft>
              <a:buSzPts val="1260"/>
              <a:buChar char="◈"/>
              <a:defRPr sz="1800">
                <a:latin typeface="Batang"/>
                <a:ea typeface="Batang"/>
                <a:cs typeface="Batang"/>
                <a:sym typeface="Batang"/>
              </a:defRPr>
            </a:lvl1pPr>
            <a:lvl2pPr marL="914400" lvl="1" indent="-299719" algn="l">
              <a:spcBef>
                <a:spcPts val="600"/>
              </a:spcBef>
              <a:spcAft>
                <a:spcPts val="0"/>
              </a:spcAft>
              <a:buSzPts val="1120"/>
              <a:buChar char="🞚"/>
              <a:defRPr sz="1600">
                <a:latin typeface="Batang"/>
                <a:ea typeface="Batang"/>
                <a:cs typeface="Batang"/>
                <a:sym typeface="Batang"/>
              </a:defRPr>
            </a:lvl2pPr>
            <a:lvl3pPr marL="1371600" lvl="2" indent="-290830" algn="l">
              <a:spcBef>
                <a:spcPts val="600"/>
              </a:spcBef>
              <a:spcAft>
                <a:spcPts val="0"/>
              </a:spcAft>
              <a:buSzPts val="980"/>
              <a:buChar char="◈"/>
              <a:defRPr sz="1400">
                <a:latin typeface="Batang"/>
                <a:ea typeface="Batang"/>
                <a:cs typeface="Batang"/>
                <a:sym typeface="Batang"/>
              </a:defRPr>
            </a:lvl3pPr>
            <a:lvl4pPr marL="1828800" lvl="3" indent="-281939" algn="l">
              <a:spcBef>
                <a:spcPts val="600"/>
              </a:spcBef>
              <a:spcAft>
                <a:spcPts val="0"/>
              </a:spcAft>
              <a:buSzPts val="840"/>
              <a:buChar char="🞚"/>
              <a:defRPr sz="1200">
                <a:latin typeface="Batang"/>
                <a:ea typeface="Batang"/>
                <a:cs typeface="Batang"/>
                <a:sym typeface="Batang"/>
              </a:defRPr>
            </a:lvl4pPr>
            <a:lvl5pPr marL="2286000" lvl="4" indent="-281939" algn="l">
              <a:spcBef>
                <a:spcPts val="600"/>
              </a:spcBef>
              <a:spcAft>
                <a:spcPts val="0"/>
              </a:spcAft>
              <a:buSzPts val="840"/>
              <a:buChar char="◈"/>
              <a:defRPr sz="1200">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pic>
        <p:nvPicPr>
          <p:cNvPr id="52" name="Google Shape;52;p102"/>
          <p:cNvPicPr preferRelativeResize="0"/>
          <p:nvPr/>
        </p:nvPicPr>
        <p:blipFill rotWithShape="1">
          <a:blip r:embed="rId3">
            <a:alphaModFix/>
          </a:blip>
          <a:srcRect/>
          <a:stretch/>
        </p:blipFill>
        <p:spPr>
          <a:xfrm>
            <a:off x="105924" y="6365874"/>
            <a:ext cx="355393" cy="393576"/>
          </a:xfrm>
          <a:prstGeom prst="rect">
            <a:avLst/>
          </a:prstGeom>
          <a:noFill/>
          <a:ln>
            <a:noFill/>
          </a:ln>
        </p:spPr>
      </p:pic>
      <p:sp>
        <p:nvSpPr>
          <p:cNvPr id="53" name="Google Shape;53;p102"/>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02"/>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02"/>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56"/>
        <p:cNvGrpSpPr/>
        <p:nvPr/>
      </p:nvGrpSpPr>
      <p:grpSpPr>
        <a:xfrm>
          <a:off x="0" y="0"/>
          <a:ext cx="0" cy="0"/>
          <a:chOff x="0" y="0"/>
          <a:chExt cx="0" cy="0"/>
        </a:xfrm>
      </p:grpSpPr>
      <p:sp>
        <p:nvSpPr>
          <p:cNvPr id="57" name="Google Shape;57;p103"/>
          <p:cNvSpPr txBox="1">
            <a:spLocks noGrp="1"/>
          </p:cNvSpPr>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8" name="Google Shape;58;p103"/>
          <p:cNvPicPr preferRelativeResize="0"/>
          <p:nvPr/>
        </p:nvPicPr>
        <p:blipFill rotWithShape="1">
          <a:blip r:embed="rId2">
            <a:alphaModFix/>
          </a:blip>
          <a:srcRect/>
          <a:stretch/>
        </p:blipFill>
        <p:spPr>
          <a:xfrm>
            <a:off x="105924" y="6365874"/>
            <a:ext cx="355393" cy="393576"/>
          </a:xfrm>
          <a:prstGeom prst="rect">
            <a:avLst/>
          </a:prstGeom>
          <a:noFill/>
          <a:ln>
            <a:noFill/>
          </a:ln>
        </p:spPr>
      </p:pic>
      <p:sp>
        <p:nvSpPr>
          <p:cNvPr id="59" name="Google Shape;59;p103"/>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3"/>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3"/>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비어 있음" type="blank">
  <p:cSld name="BLANK">
    <p:spTree>
      <p:nvGrpSpPr>
        <p:cNvPr id="1" name="Shape 62"/>
        <p:cNvGrpSpPr/>
        <p:nvPr/>
      </p:nvGrpSpPr>
      <p:grpSpPr>
        <a:xfrm>
          <a:off x="0" y="0"/>
          <a:ext cx="0" cy="0"/>
          <a:chOff x="0" y="0"/>
          <a:chExt cx="0" cy="0"/>
        </a:xfrm>
      </p:grpSpPr>
      <p:pic>
        <p:nvPicPr>
          <p:cNvPr id="63" name="Google Shape;63;p104"/>
          <p:cNvPicPr preferRelativeResize="0"/>
          <p:nvPr/>
        </p:nvPicPr>
        <p:blipFill rotWithShape="1">
          <a:blip r:embed="rId2">
            <a:alphaModFix/>
          </a:blip>
          <a:srcRect/>
          <a:stretch/>
        </p:blipFill>
        <p:spPr>
          <a:xfrm>
            <a:off x="105924" y="6365874"/>
            <a:ext cx="355393" cy="393576"/>
          </a:xfrm>
          <a:prstGeom prst="rect">
            <a:avLst/>
          </a:prstGeom>
          <a:noFill/>
          <a:ln>
            <a:noFill/>
          </a:ln>
        </p:spPr>
      </p:pic>
      <p:sp>
        <p:nvSpPr>
          <p:cNvPr id="64" name="Google Shape;64;p104"/>
          <p:cNvSpPr txBox="1">
            <a:spLocks noGrp="1"/>
          </p:cNvSpPr>
          <p:nvPr>
            <p:ph type="dt" idx="10"/>
          </p:nvPr>
        </p:nvSpPr>
        <p:spPr>
          <a:xfrm>
            <a:off x="7678736" y="633811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4"/>
          <p:cNvSpPr txBox="1">
            <a:spLocks noGrp="1"/>
          </p:cNvSpPr>
          <p:nvPr>
            <p:ph type="ftr" idx="11"/>
          </p:nvPr>
        </p:nvSpPr>
        <p:spPr>
          <a:xfrm>
            <a:off x="913795" y="6338113"/>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4"/>
          <p:cNvSpPr txBox="1">
            <a:spLocks noGrp="1"/>
          </p:cNvSpPr>
          <p:nvPr>
            <p:ph type="sldNum" idx="12"/>
          </p:nvPr>
        </p:nvSpPr>
        <p:spPr>
          <a:xfrm>
            <a:off x="10514011" y="6338113"/>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67"/>
        <p:cNvGrpSpPr/>
        <p:nvPr/>
      </p:nvGrpSpPr>
      <p:grpSpPr>
        <a:xfrm>
          <a:off x="0" y="0"/>
          <a:ext cx="0" cy="0"/>
          <a:chOff x="0" y="0"/>
          <a:chExt cx="0" cy="0"/>
        </a:xfrm>
      </p:grpSpPr>
      <p:sp>
        <p:nvSpPr>
          <p:cNvPr id="68" name="Google Shape;68;p105"/>
          <p:cNvSpPr txBox="1">
            <a:spLocks noGrp="1"/>
          </p:cNvSpPr>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lnSpc>
                <a:spcPct val="90000"/>
              </a:lnSpc>
              <a:spcBef>
                <a:spcPts val="0"/>
              </a:spcBef>
              <a:spcAft>
                <a:spcPts val="0"/>
              </a:spcAft>
              <a:buClr>
                <a:schemeClr val="lt2"/>
              </a:buClr>
              <a:buSzPts val="2800"/>
              <a:buFont typeface="Batang"/>
              <a:buNone/>
              <a:defRPr sz="2800" b="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05"/>
          <p:cNvSpPr txBox="1">
            <a:spLocks noGrp="1"/>
          </p:cNvSpPr>
          <p:nvPr>
            <p:ph type="body" idx="1"/>
          </p:nvPr>
        </p:nvSpPr>
        <p:spPr>
          <a:xfrm>
            <a:off x="4855633" y="609600"/>
            <a:ext cx="6411924" cy="5080001"/>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30835" algn="l">
              <a:lnSpc>
                <a:spcPct val="110000"/>
              </a:lnSpc>
              <a:spcBef>
                <a:spcPts val="460"/>
              </a:spcBef>
              <a:spcAft>
                <a:spcPts val="0"/>
              </a:spcAft>
              <a:buSzPts val="1610"/>
              <a:buChar char="◈"/>
              <a:defRPr>
                <a:latin typeface="Batang"/>
                <a:ea typeface="Batang"/>
                <a:cs typeface="Batang"/>
                <a:sym typeface="Batang"/>
              </a:defRPr>
            </a:lvl1pPr>
            <a:lvl2pPr marL="914400" lvl="1" indent="-321944" algn="l">
              <a:spcBef>
                <a:spcPts val="600"/>
              </a:spcBef>
              <a:spcAft>
                <a:spcPts val="0"/>
              </a:spcAft>
              <a:buSzPts val="1470"/>
              <a:buChar char="🞚"/>
              <a:defRPr>
                <a:latin typeface="Batang"/>
                <a:ea typeface="Batang"/>
                <a:cs typeface="Batang"/>
                <a:sym typeface="Batang"/>
              </a:defRPr>
            </a:lvl2pPr>
            <a:lvl3pPr marL="1371600" lvl="2" indent="-308610" algn="l">
              <a:spcBef>
                <a:spcPts val="600"/>
              </a:spcBef>
              <a:spcAft>
                <a:spcPts val="0"/>
              </a:spcAft>
              <a:buSzPts val="1260"/>
              <a:buChar char="◈"/>
              <a:defRPr>
                <a:latin typeface="Batang"/>
                <a:ea typeface="Batang"/>
                <a:cs typeface="Batang"/>
                <a:sym typeface="Batang"/>
              </a:defRPr>
            </a:lvl3pPr>
            <a:lvl4pPr marL="1828800" lvl="3" indent="-299719" algn="l">
              <a:spcBef>
                <a:spcPts val="600"/>
              </a:spcBef>
              <a:spcAft>
                <a:spcPts val="0"/>
              </a:spcAft>
              <a:buSzPts val="1120"/>
              <a:buChar char="🞚"/>
              <a:defRPr>
                <a:latin typeface="Batang"/>
                <a:ea typeface="Batang"/>
                <a:cs typeface="Batang"/>
                <a:sym typeface="Batang"/>
              </a:defRPr>
            </a:lvl4pPr>
            <a:lvl5pPr marL="2286000" lvl="4" indent="-299720" algn="l">
              <a:spcBef>
                <a:spcPts val="600"/>
              </a:spcBef>
              <a:spcAft>
                <a:spcPts val="0"/>
              </a:spcAft>
              <a:buSzPts val="1120"/>
              <a:buChar char="◈"/>
              <a:defRPr>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70" name="Google Shape;70;p105"/>
          <p:cNvSpPr txBox="1">
            <a:spLocks noGrp="1"/>
          </p:cNvSpPr>
          <p:nvPr>
            <p:ph type="body" idx="2"/>
          </p:nvPr>
        </p:nvSpPr>
        <p:spPr>
          <a:xfrm>
            <a:off x="913795" y="2673351"/>
            <a:ext cx="3706889" cy="3016250"/>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320"/>
              </a:spcBef>
              <a:spcAft>
                <a:spcPts val="0"/>
              </a:spcAft>
              <a:buSzPts val="1120"/>
              <a:buNone/>
              <a:defRPr sz="16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71" name="Google Shape;71;p105"/>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5"/>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5"/>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74"/>
        <p:cNvGrpSpPr/>
        <p:nvPr/>
      </p:nvGrpSpPr>
      <p:grpSpPr>
        <a:xfrm>
          <a:off x="0" y="0"/>
          <a:ext cx="0" cy="0"/>
          <a:chOff x="0" y="0"/>
          <a:chExt cx="0" cy="0"/>
        </a:xfrm>
      </p:grpSpPr>
      <p:pic>
        <p:nvPicPr>
          <p:cNvPr id="75" name="Google Shape;75;p106" descr="Slate-V2-HD-vertPhotoInset.png"/>
          <p:cNvPicPr preferRelativeResize="0"/>
          <p:nvPr/>
        </p:nvPicPr>
        <p:blipFill rotWithShape="1">
          <a:blip r:embed="rId2">
            <a:alphaModFix/>
          </a:blip>
          <a:srcRect/>
          <a:stretch/>
        </p:blipFill>
        <p:spPr>
          <a:xfrm>
            <a:off x="7293665" y="609600"/>
            <a:ext cx="3584166" cy="5204832"/>
          </a:xfrm>
          <a:prstGeom prst="rect">
            <a:avLst/>
          </a:prstGeom>
          <a:noFill/>
          <a:ln>
            <a:noFill/>
          </a:ln>
        </p:spPr>
      </p:pic>
      <p:sp>
        <p:nvSpPr>
          <p:cNvPr id="76" name="Google Shape;76;p106"/>
          <p:cNvSpPr txBox="1">
            <a:spLocks noGrp="1"/>
          </p:cNvSpPr>
          <p:nvPr>
            <p:ph type="title"/>
          </p:nvPr>
        </p:nvSpPr>
        <p:spPr>
          <a:xfrm>
            <a:off x="913795" y="763701"/>
            <a:ext cx="5707899" cy="1675559"/>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lvl="0" algn="ctr">
              <a:lnSpc>
                <a:spcPct val="90000"/>
              </a:lnSpc>
              <a:spcBef>
                <a:spcPts val="0"/>
              </a:spcBef>
              <a:spcAft>
                <a:spcPts val="0"/>
              </a:spcAft>
              <a:buClr>
                <a:schemeClr val="lt2"/>
              </a:buClr>
              <a:buSzPts val="3200"/>
              <a:buFont typeface="Batang"/>
              <a:buNone/>
              <a:defRPr sz="3200" b="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6"/>
          <p:cNvSpPr>
            <a:spLocks noGrp="1"/>
          </p:cNvSpPr>
          <p:nvPr>
            <p:ph type="pic" idx="2"/>
          </p:nvPr>
        </p:nvSpPr>
        <p:spPr>
          <a:xfrm>
            <a:off x="7442551" y="763702"/>
            <a:ext cx="3275751" cy="4912822"/>
          </a:xfrm>
          <a:prstGeom prst="rect">
            <a:avLst/>
          </a:prstGeom>
          <a:noFill/>
          <a:ln>
            <a:noFill/>
          </a:ln>
          <a:effectLst>
            <a:outerShdw blurRad="38100" dist="25400" dir="4440000">
              <a:srgbClr val="000000">
                <a:alpha val="35686"/>
              </a:srgbClr>
            </a:outerShdw>
          </a:effectLst>
        </p:spPr>
      </p:sp>
      <p:sp>
        <p:nvSpPr>
          <p:cNvPr id="78" name="Google Shape;78;p106"/>
          <p:cNvSpPr txBox="1">
            <a:spLocks noGrp="1"/>
          </p:cNvSpPr>
          <p:nvPr>
            <p:ph type="body" idx="1"/>
          </p:nvPr>
        </p:nvSpPr>
        <p:spPr>
          <a:xfrm>
            <a:off x="1473698" y="2679699"/>
            <a:ext cx="4588094" cy="313569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320"/>
              </a:spcBef>
              <a:spcAft>
                <a:spcPts val="0"/>
              </a:spcAft>
              <a:buSzPts val="1120"/>
              <a:buNone/>
              <a:defRPr sz="16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79" name="Google Shape;79;p106"/>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6"/>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6"/>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캡션 있는 파노라마 그림">
  <p:cSld name="캡션 있는 파노라마 그림">
    <p:spTree>
      <p:nvGrpSpPr>
        <p:cNvPr id="1" name="Shape 82"/>
        <p:cNvGrpSpPr/>
        <p:nvPr/>
      </p:nvGrpSpPr>
      <p:grpSpPr>
        <a:xfrm>
          <a:off x="0" y="0"/>
          <a:ext cx="0" cy="0"/>
          <a:chOff x="0" y="0"/>
          <a:chExt cx="0" cy="0"/>
        </a:xfrm>
      </p:grpSpPr>
      <p:pic>
        <p:nvPicPr>
          <p:cNvPr id="83" name="Google Shape;83;p107" descr="Slate-V2-HD-panoPhotoInset.png"/>
          <p:cNvPicPr preferRelativeResize="0"/>
          <p:nvPr/>
        </p:nvPicPr>
        <p:blipFill rotWithShape="1">
          <a:blip r:embed="rId2">
            <a:alphaModFix/>
          </a:blip>
          <a:srcRect/>
          <a:stretch/>
        </p:blipFill>
        <p:spPr>
          <a:xfrm>
            <a:off x="1013883" y="547807"/>
            <a:ext cx="10141799" cy="3816806"/>
          </a:xfrm>
          <a:prstGeom prst="rect">
            <a:avLst/>
          </a:prstGeom>
          <a:noFill/>
          <a:ln>
            <a:noFill/>
          </a:ln>
        </p:spPr>
      </p:pic>
      <p:sp>
        <p:nvSpPr>
          <p:cNvPr id="84" name="Google Shape;84;p107"/>
          <p:cNvSpPr txBox="1">
            <a:spLocks noGrp="1"/>
          </p:cNvSpPr>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lnSpc>
                <a:spcPct val="90000"/>
              </a:lnSpc>
              <a:spcBef>
                <a:spcPts val="0"/>
              </a:spcBef>
              <a:spcAft>
                <a:spcPts val="0"/>
              </a:spcAft>
              <a:buClr>
                <a:schemeClr val="lt2"/>
              </a:buClr>
              <a:buSzPts val="2800"/>
              <a:buFont typeface="Batang"/>
              <a:buNone/>
              <a:defRPr sz="280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07"/>
          <p:cNvSpPr>
            <a:spLocks noGrp="1"/>
          </p:cNvSpPr>
          <p:nvPr>
            <p:ph type="pic" idx="2"/>
          </p:nvPr>
        </p:nvSpPr>
        <p:spPr>
          <a:xfrm>
            <a:off x="1169349" y="695009"/>
            <a:ext cx="9845346" cy="3525671"/>
          </a:xfrm>
          <a:prstGeom prst="rect">
            <a:avLst/>
          </a:prstGeom>
          <a:noFill/>
          <a:ln>
            <a:noFill/>
          </a:ln>
          <a:effectLst>
            <a:outerShdw blurRad="38100" dist="25400" dir="4440000">
              <a:srgbClr val="000000">
                <a:alpha val="35686"/>
              </a:srgbClr>
            </a:outerShdw>
          </a:effectLst>
        </p:spPr>
      </p:sp>
      <p:sp>
        <p:nvSpPr>
          <p:cNvPr id="86" name="Google Shape;86;p107"/>
          <p:cNvSpPr txBox="1">
            <a:spLocks noGrp="1"/>
          </p:cNvSpPr>
          <p:nvPr>
            <p:ph type="body" idx="1"/>
          </p:nvPr>
        </p:nvSpPr>
        <p:spPr>
          <a:xfrm>
            <a:off x="913795" y="5247728"/>
            <a:ext cx="10353762" cy="54347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320"/>
              </a:spcBef>
              <a:spcAft>
                <a:spcPts val="0"/>
              </a:spcAft>
              <a:buSzPts val="1120"/>
              <a:buNone/>
              <a:defRPr sz="1600">
                <a:latin typeface="Batang"/>
                <a:ea typeface="Batang"/>
                <a:cs typeface="Batang"/>
                <a:sym typeface="Batang"/>
              </a:defRPr>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87" name="Google Shape;87;p107"/>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07"/>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07"/>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제목 및 캡션">
  <p:cSld name="제목 및 캡션">
    <p:spTree>
      <p:nvGrpSpPr>
        <p:cNvPr id="1" name="Shape 90"/>
        <p:cNvGrpSpPr/>
        <p:nvPr/>
      </p:nvGrpSpPr>
      <p:grpSpPr>
        <a:xfrm>
          <a:off x="0" y="0"/>
          <a:ext cx="0" cy="0"/>
          <a:chOff x="0" y="0"/>
          <a:chExt cx="0" cy="0"/>
        </a:xfrm>
      </p:grpSpPr>
      <p:sp>
        <p:nvSpPr>
          <p:cNvPr id="91" name="Google Shape;91;p108"/>
          <p:cNvSpPr txBox="1">
            <a:spLocks noGrp="1"/>
          </p:cNvSpPr>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000"/>
              <a:buFont typeface="Batang"/>
              <a:buNone/>
              <a:defRPr sz="400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08"/>
          <p:cNvSpPr txBox="1">
            <a:spLocks noGrp="1"/>
          </p:cNvSpPr>
          <p:nvPr>
            <p:ph type="body" idx="1"/>
          </p:nvPr>
        </p:nvSpPr>
        <p:spPr>
          <a:xfrm>
            <a:off x="913794" y="4295180"/>
            <a:ext cx="10353763" cy="1501826"/>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marL="457200" lvl="0" indent="-228600" algn="ctr">
              <a:lnSpc>
                <a:spcPct val="110000"/>
              </a:lnSpc>
              <a:spcBef>
                <a:spcPts val="320"/>
              </a:spcBef>
              <a:spcAft>
                <a:spcPts val="0"/>
              </a:spcAft>
              <a:buSzPts val="1120"/>
              <a:buNone/>
              <a:defRPr sz="1600">
                <a:latin typeface="Batang"/>
                <a:ea typeface="Batang"/>
                <a:cs typeface="Batang"/>
                <a:sym typeface="Batang"/>
              </a:defRPr>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93" name="Google Shape;93;p108"/>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08"/>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08"/>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캡션 있는 인용문">
  <p:cSld name="캡션 있는 인용문">
    <p:spTree>
      <p:nvGrpSpPr>
        <p:cNvPr id="1" name="Shape 96"/>
        <p:cNvGrpSpPr/>
        <p:nvPr/>
      </p:nvGrpSpPr>
      <p:grpSpPr>
        <a:xfrm>
          <a:off x="0" y="0"/>
          <a:ext cx="0" cy="0"/>
          <a:chOff x="0" y="0"/>
          <a:chExt cx="0" cy="0"/>
        </a:xfrm>
      </p:grpSpPr>
      <p:sp>
        <p:nvSpPr>
          <p:cNvPr id="97" name="Google Shape;97;p109"/>
          <p:cNvSpPr txBox="1">
            <a:spLocks noGrp="1"/>
          </p:cNvSpPr>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3600"/>
              <a:buFont typeface="Batang"/>
              <a:buNone/>
              <a:defRPr sz="360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09"/>
          <p:cNvSpPr txBox="1">
            <a:spLocks noGrp="1"/>
          </p:cNvSpPr>
          <p:nvPr>
            <p:ph type="body" idx="1"/>
          </p:nvPr>
        </p:nvSpPr>
        <p:spPr>
          <a:xfrm>
            <a:off x="1720644" y="3610032"/>
            <a:ext cx="8752299" cy="532749"/>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99" name="Google Shape;99;p109"/>
          <p:cNvSpPr txBox="1">
            <a:spLocks noGrp="1"/>
          </p:cNvSpPr>
          <p:nvPr>
            <p:ph type="body" idx="2"/>
          </p:nvPr>
        </p:nvSpPr>
        <p:spPr>
          <a:xfrm>
            <a:off x="913794" y="4304353"/>
            <a:ext cx="10353763" cy="1489496"/>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marL="457200" lvl="0" indent="-228600" algn="ctr">
              <a:lnSpc>
                <a:spcPct val="110000"/>
              </a:lnSpc>
              <a:spcBef>
                <a:spcPts val="320"/>
              </a:spcBef>
              <a:spcAft>
                <a:spcPts val="0"/>
              </a:spcAft>
              <a:buSzPts val="1120"/>
              <a:buNone/>
              <a:defRPr sz="1600">
                <a:latin typeface="Batang"/>
                <a:ea typeface="Batang"/>
                <a:cs typeface="Batang"/>
                <a:sym typeface="Batang"/>
              </a:defRPr>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100" name="Google Shape;100;p109"/>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09"/>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09"/>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109"/>
          <p:cNvSpPr txBox="1"/>
          <p:nvPr/>
        </p:nvSpPr>
        <p:spPr>
          <a:xfrm>
            <a:off x="990600" y="88479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8000"/>
              <a:buFont typeface="Batang"/>
              <a:buNone/>
            </a:pPr>
            <a:r>
              <a:rPr lang="en-US" sz="8000" b="0" cap="none">
                <a:solidFill>
                  <a:schemeClr val="lt1"/>
                </a:solidFill>
                <a:latin typeface="Batang"/>
                <a:ea typeface="Batang"/>
                <a:cs typeface="Batang"/>
                <a:sym typeface="Batang"/>
              </a:rPr>
              <a:t>“</a:t>
            </a:r>
            <a:endParaRPr/>
          </a:p>
        </p:txBody>
      </p:sp>
      <p:sp>
        <p:nvSpPr>
          <p:cNvPr id="104" name="Google Shape;104;p109"/>
          <p:cNvSpPr txBox="1"/>
          <p:nvPr/>
        </p:nvSpPr>
        <p:spPr>
          <a:xfrm>
            <a:off x="10504716" y="2928258"/>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Batang"/>
              <a:buNone/>
            </a:pPr>
            <a:r>
              <a:rPr lang="en-US" sz="8000" b="0" cap="none">
                <a:solidFill>
                  <a:schemeClr val="lt1"/>
                </a:solidFill>
                <a:latin typeface="Batang"/>
                <a:ea typeface="Batang"/>
                <a:cs typeface="Batang"/>
                <a:sym typeface="Batang"/>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명함">
  <p:cSld name="명함">
    <p:spTree>
      <p:nvGrpSpPr>
        <p:cNvPr id="1" name="Shape 105"/>
        <p:cNvGrpSpPr/>
        <p:nvPr/>
      </p:nvGrpSpPr>
      <p:grpSpPr>
        <a:xfrm>
          <a:off x="0" y="0"/>
          <a:ext cx="0" cy="0"/>
          <a:chOff x="0" y="0"/>
          <a:chExt cx="0" cy="0"/>
        </a:xfrm>
      </p:grpSpPr>
      <p:sp>
        <p:nvSpPr>
          <p:cNvPr id="106" name="Google Shape;106;p110"/>
          <p:cNvSpPr txBox="1">
            <a:spLocks noGrp="1"/>
          </p:cNvSpPr>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lvl1pPr lvl="0" algn="ctr">
              <a:lnSpc>
                <a:spcPct val="90000"/>
              </a:lnSpc>
              <a:spcBef>
                <a:spcPts val="0"/>
              </a:spcBef>
              <a:spcAft>
                <a:spcPts val="0"/>
              </a:spcAft>
              <a:buClr>
                <a:schemeClr val="lt2"/>
              </a:buClr>
              <a:buSzPts val="3200"/>
              <a:buFont typeface="Batang"/>
              <a:buNone/>
              <a:defRPr sz="3200">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10"/>
          <p:cNvSpPr txBox="1">
            <a:spLocks noGrp="1"/>
          </p:cNvSpPr>
          <p:nvPr>
            <p:ph type="body" idx="1"/>
          </p:nvPr>
        </p:nvSpPr>
        <p:spPr>
          <a:xfrm>
            <a:off x="913784" y="4650556"/>
            <a:ext cx="10352199" cy="114064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320"/>
              </a:spcBef>
              <a:spcAft>
                <a:spcPts val="0"/>
              </a:spcAft>
              <a:buSzPts val="1120"/>
              <a:buNone/>
              <a:defRPr sz="1600">
                <a:latin typeface="Batang"/>
                <a:ea typeface="Batang"/>
                <a:cs typeface="Batang"/>
                <a:sym typeface="Batang"/>
              </a:defRPr>
            </a:lvl1pPr>
            <a:lvl2pPr marL="914400" lvl="1" indent="-228600" algn="l">
              <a:spcBef>
                <a:spcPts val="600"/>
              </a:spcBef>
              <a:spcAft>
                <a:spcPts val="0"/>
              </a:spcAft>
              <a:buSzPts val="980"/>
              <a:buNone/>
              <a:defRPr sz="1400"/>
            </a:lvl2pPr>
            <a:lvl3pPr marL="1371600" lvl="2" indent="-228600" algn="l">
              <a:spcBef>
                <a:spcPts val="600"/>
              </a:spcBef>
              <a:spcAft>
                <a:spcPts val="0"/>
              </a:spcAft>
              <a:buSzPts val="840"/>
              <a:buNone/>
              <a:defRPr sz="1200"/>
            </a:lvl3pPr>
            <a:lvl4pPr marL="1828800" lvl="3" indent="-228600" algn="l">
              <a:spcBef>
                <a:spcPts val="600"/>
              </a:spcBef>
              <a:spcAft>
                <a:spcPts val="0"/>
              </a:spcAft>
              <a:buSzPts val="700"/>
              <a:buNone/>
              <a:defRPr sz="1000"/>
            </a:lvl4pPr>
            <a:lvl5pPr marL="2286000" lvl="4" indent="-228600" algn="l">
              <a:spcBef>
                <a:spcPts val="600"/>
              </a:spcBef>
              <a:spcAft>
                <a:spcPts val="0"/>
              </a:spcAft>
              <a:buSzPts val="700"/>
              <a:buNone/>
              <a:defRPr sz="1000"/>
            </a:lvl5pPr>
            <a:lvl6pPr marL="2743200" lvl="5" indent="-228600" algn="l">
              <a:spcBef>
                <a:spcPts val="600"/>
              </a:spcBef>
              <a:spcAft>
                <a:spcPts val="0"/>
              </a:spcAft>
              <a:buSzPts val="700"/>
              <a:buNone/>
              <a:defRPr sz="1000"/>
            </a:lvl6pPr>
            <a:lvl7pPr marL="3200400" lvl="6" indent="-228600" algn="l">
              <a:spcBef>
                <a:spcPts val="600"/>
              </a:spcBef>
              <a:spcAft>
                <a:spcPts val="0"/>
              </a:spcAft>
              <a:buSzPts val="700"/>
              <a:buNone/>
              <a:defRPr sz="1000"/>
            </a:lvl7pPr>
            <a:lvl8pPr marL="3657600" lvl="7" indent="-228600" algn="l">
              <a:spcBef>
                <a:spcPts val="600"/>
              </a:spcBef>
              <a:spcAft>
                <a:spcPts val="0"/>
              </a:spcAft>
              <a:buSzPts val="700"/>
              <a:buNone/>
              <a:defRPr sz="1000"/>
            </a:lvl8pPr>
            <a:lvl9pPr marL="4114800" lvl="8" indent="-228600" algn="l">
              <a:spcBef>
                <a:spcPts val="600"/>
              </a:spcBef>
              <a:spcAft>
                <a:spcPts val="600"/>
              </a:spcAft>
              <a:buSzPts val="700"/>
              <a:buNone/>
              <a:defRPr sz="1000"/>
            </a:lvl9pPr>
          </a:lstStyle>
          <a:p>
            <a:endParaRPr/>
          </a:p>
        </p:txBody>
      </p:sp>
      <p:sp>
        <p:nvSpPr>
          <p:cNvPr id="108" name="Google Shape;108;p110"/>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10"/>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10"/>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열">
  <p:cSld name="3열">
    <p:spTree>
      <p:nvGrpSpPr>
        <p:cNvPr id="1" name="Shape 111"/>
        <p:cNvGrpSpPr/>
        <p:nvPr/>
      </p:nvGrpSpPr>
      <p:grpSpPr>
        <a:xfrm>
          <a:off x="0" y="0"/>
          <a:ext cx="0" cy="0"/>
          <a:chOff x="0" y="0"/>
          <a:chExt cx="0" cy="0"/>
        </a:xfrm>
      </p:grpSpPr>
      <p:sp>
        <p:nvSpPr>
          <p:cNvPr id="112" name="Google Shape;112;p111"/>
          <p:cNvSpPr txBox="1">
            <a:spLocks noGrp="1"/>
          </p:cNvSpPr>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11"/>
          <p:cNvSpPr txBox="1">
            <a:spLocks noGrp="1"/>
          </p:cNvSpPr>
          <p:nvPr>
            <p:ph type="body" idx="1"/>
          </p:nvPr>
        </p:nvSpPr>
        <p:spPr>
          <a:xfrm>
            <a:off x="913795" y="1885950"/>
            <a:ext cx="3300984" cy="76478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440"/>
              </a:spcBef>
              <a:spcAft>
                <a:spcPts val="0"/>
              </a:spcAft>
              <a:buSzPts val="1540"/>
              <a:buNone/>
              <a:defRPr sz="2200" b="0">
                <a:solidFill>
                  <a:schemeClr val="lt1"/>
                </a:solidFill>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14" name="Google Shape;114;p111"/>
          <p:cNvSpPr txBox="1">
            <a:spLocks noGrp="1"/>
          </p:cNvSpPr>
          <p:nvPr>
            <p:ph type="body" idx="2"/>
          </p:nvPr>
        </p:nvSpPr>
        <p:spPr>
          <a:xfrm>
            <a:off x="913795" y="2768112"/>
            <a:ext cx="3300984" cy="3023088"/>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15" name="Google Shape;115;p111"/>
          <p:cNvSpPr txBox="1">
            <a:spLocks noGrp="1"/>
          </p:cNvSpPr>
          <p:nvPr>
            <p:ph type="body" idx="3"/>
          </p:nvPr>
        </p:nvSpPr>
        <p:spPr>
          <a:xfrm>
            <a:off x="4446711" y="1885949"/>
            <a:ext cx="3300984" cy="764783"/>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440"/>
              </a:spcBef>
              <a:spcAft>
                <a:spcPts val="0"/>
              </a:spcAft>
              <a:buSzPts val="1540"/>
              <a:buNone/>
              <a:defRPr sz="2200" b="0">
                <a:solidFill>
                  <a:schemeClr val="lt1"/>
                </a:solidFill>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16" name="Google Shape;116;p111"/>
          <p:cNvSpPr txBox="1">
            <a:spLocks noGrp="1"/>
          </p:cNvSpPr>
          <p:nvPr>
            <p:ph type="body" idx="4"/>
          </p:nvPr>
        </p:nvSpPr>
        <p:spPr>
          <a:xfrm>
            <a:off x="4441435" y="2768112"/>
            <a:ext cx="3300984" cy="3023088"/>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17" name="Google Shape;117;p111"/>
          <p:cNvSpPr txBox="1">
            <a:spLocks noGrp="1"/>
          </p:cNvSpPr>
          <p:nvPr>
            <p:ph type="body" idx="5"/>
          </p:nvPr>
        </p:nvSpPr>
        <p:spPr>
          <a:xfrm>
            <a:off x="7966572" y="1885950"/>
            <a:ext cx="3300984" cy="76478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440"/>
              </a:spcBef>
              <a:spcAft>
                <a:spcPts val="0"/>
              </a:spcAft>
              <a:buSzPts val="1540"/>
              <a:buNone/>
              <a:defRPr sz="2200" b="0">
                <a:solidFill>
                  <a:schemeClr val="lt1"/>
                </a:solidFill>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18" name="Google Shape;118;p111"/>
          <p:cNvSpPr txBox="1">
            <a:spLocks noGrp="1"/>
          </p:cNvSpPr>
          <p:nvPr>
            <p:ph type="body" idx="6"/>
          </p:nvPr>
        </p:nvSpPr>
        <p:spPr>
          <a:xfrm>
            <a:off x="7966572" y="2768110"/>
            <a:ext cx="3300984" cy="3023089"/>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19" name="Google Shape;119;p111"/>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11"/>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11"/>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그림 열">
  <p:cSld name="3 그림 열">
    <p:spTree>
      <p:nvGrpSpPr>
        <p:cNvPr id="1" name="Shape 122"/>
        <p:cNvGrpSpPr/>
        <p:nvPr/>
      </p:nvGrpSpPr>
      <p:grpSpPr>
        <a:xfrm>
          <a:off x="0" y="0"/>
          <a:ext cx="0" cy="0"/>
          <a:chOff x="0" y="0"/>
          <a:chExt cx="0" cy="0"/>
        </a:xfrm>
      </p:grpSpPr>
      <p:pic>
        <p:nvPicPr>
          <p:cNvPr id="123" name="Google Shape;123;p112" descr="Slate-V2-HD-3colPhotoInset.png"/>
          <p:cNvPicPr preferRelativeResize="0"/>
          <p:nvPr/>
        </p:nvPicPr>
        <p:blipFill rotWithShape="1">
          <a:blip r:embed="rId2">
            <a:alphaModFix/>
          </a:blip>
          <a:srcRect/>
          <a:stretch/>
        </p:blipFill>
        <p:spPr>
          <a:xfrm>
            <a:off x="897962" y="1818214"/>
            <a:ext cx="3339972" cy="1847851"/>
          </a:xfrm>
          <a:prstGeom prst="rect">
            <a:avLst/>
          </a:prstGeom>
          <a:noFill/>
          <a:ln>
            <a:noFill/>
          </a:ln>
        </p:spPr>
      </p:pic>
      <p:pic>
        <p:nvPicPr>
          <p:cNvPr id="124" name="Google Shape;124;p112" descr="Slate-V2-HD-3colPhotoInset.png"/>
          <p:cNvPicPr preferRelativeResize="0"/>
          <p:nvPr/>
        </p:nvPicPr>
        <p:blipFill rotWithShape="1">
          <a:blip r:embed="rId2">
            <a:alphaModFix/>
          </a:blip>
          <a:srcRect/>
          <a:stretch/>
        </p:blipFill>
        <p:spPr>
          <a:xfrm>
            <a:off x="4403800" y="1818214"/>
            <a:ext cx="3339972" cy="1847851"/>
          </a:xfrm>
          <a:prstGeom prst="rect">
            <a:avLst/>
          </a:prstGeom>
          <a:noFill/>
          <a:ln>
            <a:noFill/>
          </a:ln>
        </p:spPr>
      </p:pic>
      <p:pic>
        <p:nvPicPr>
          <p:cNvPr id="125" name="Google Shape;125;p112" descr="Slate-V2-HD-3colPhotoInset.png"/>
          <p:cNvPicPr preferRelativeResize="0"/>
          <p:nvPr/>
        </p:nvPicPr>
        <p:blipFill rotWithShape="1">
          <a:blip r:embed="rId2">
            <a:alphaModFix/>
          </a:blip>
          <a:srcRect/>
          <a:stretch/>
        </p:blipFill>
        <p:spPr>
          <a:xfrm>
            <a:off x="7936051" y="1818214"/>
            <a:ext cx="3339972" cy="1847851"/>
          </a:xfrm>
          <a:prstGeom prst="rect">
            <a:avLst/>
          </a:prstGeom>
          <a:noFill/>
          <a:ln>
            <a:noFill/>
          </a:ln>
        </p:spPr>
      </p:pic>
      <p:sp>
        <p:nvSpPr>
          <p:cNvPr id="126" name="Google Shape;126;p112"/>
          <p:cNvSpPr txBox="1">
            <a:spLocks noGrp="1"/>
          </p:cNvSpPr>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12"/>
          <p:cNvSpPr txBox="1">
            <a:spLocks noGrp="1"/>
          </p:cNvSpPr>
          <p:nvPr>
            <p:ph type="body" idx="1"/>
          </p:nvPr>
        </p:nvSpPr>
        <p:spPr>
          <a:xfrm>
            <a:off x="913795" y="3904106"/>
            <a:ext cx="3300984"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360"/>
              </a:spcBef>
              <a:spcAft>
                <a:spcPts val="0"/>
              </a:spcAft>
              <a:buSzPts val="1260"/>
              <a:buNone/>
              <a:defRPr sz="1800" b="0">
                <a:solidFill>
                  <a:schemeClr val="lt1"/>
                </a:solidFill>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28" name="Google Shape;128;p112"/>
          <p:cNvSpPr>
            <a:spLocks noGrp="1"/>
          </p:cNvSpPr>
          <p:nvPr>
            <p:ph type="pic" idx="2"/>
          </p:nvPr>
        </p:nvSpPr>
        <p:spPr>
          <a:xfrm>
            <a:off x="1018102" y="1938918"/>
            <a:ext cx="3092368" cy="1602954"/>
          </a:xfrm>
          <a:prstGeom prst="roundRect">
            <a:avLst>
              <a:gd name="adj" fmla="val 1858"/>
            </a:avLst>
          </a:prstGeom>
          <a:noFill/>
          <a:ln>
            <a:noFill/>
          </a:ln>
          <a:effectLst>
            <a:outerShdw blurRad="38100" dist="25400" dir="4440000">
              <a:srgbClr val="000000">
                <a:alpha val="35686"/>
              </a:srgbClr>
            </a:outerShdw>
          </a:effectLst>
        </p:spPr>
      </p:sp>
      <p:sp>
        <p:nvSpPr>
          <p:cNvPr id="129" name="Google Shape;129;p112"/>
          <p:cNvSpPr txBox="1">
            <a:spLocks noGrp="1"/>
          </p:cNvSpPr>
          <p:nvPr>
            <p:ph type="body" idx="3"/>
          </p:nvPr>
        </p:nvSpPr>
        <p:spPr>
          <a:xfrm>
            <a:off x="913795" y="4572443"/>
            <a:ext cx="3300984" cy="1218758"/>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30" name="Google Shape;130;p112"/>
          <p:cNvSpPr txBox="1">
            <a:spLocks noGrp="1"/>
          </p:cNvSpPr>
          <p:nvPr>
            <p:ph type="body" idx="4"/>
          </p:nvPr>
        </p:nvSpPr>
        <p:spPr>
          <a:xfrm>
            <a:off x="4442788" y="3904106"/>
            <a:ext cx="3300984"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360"/>
              </a:spcBef>
              <a:spcAft>
                <a:spcPts val="0"/>
              </a:spcAft>
              <a:buSzPts val="1260"/>
              <a:buNone/>
              <a:defRPr sz="1800" b="0">
                <a:solidFill>
                  <a:schemeClr val="lt1"/>
                </a:solidFill>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31" name="Google Shape;131;p112"/>
          <p:cNvSpPr>
            <a:spLocks noGrp="1"/>
          </p:cNvSpPr>
          <p:nvPr>
            <p:ph type="pic" idx="5"/>
          </p:nvPr>
        </p:nvSpPr>
        <p:spPr>
          <a:xfrm>
            <a:off x="4545743" y="1939094"/>
            <a:ext cx="3092368" cy="1608164"/>
          </a:xfrm>
          <a:prstGeom prst="roundRect">
            <a:avLst>
              <a:gd name="adj" fmla="val 1858"/>
            </a:avLst>
          </a:prstGeom>
          <a:noFill/>
          <a:ln>
            <a:noFill/>
          </a:ln>
          <a:effectLst>
            <a:outerShdw blurRad="38100" dist="25400" dir="4440000">
              <a:srgbClr val="000000">
                <a:alpha val="35686"/>
              </a:srgbClr>
            </a:outerShdw>
          </a:effectLst>
        </p:spPr>
      </p:sp>
      <p:sp>
        <p:nvSpPr>
          <p:cNvPr id="132" name="Google Shape;132;p112"/>
          <p:cNvSpPr txBox="1">
            <a:spLocks noGrp="1"/>
          </p:cNvSpPr>
          <p:nvPr>
            <p:ph type="body" idx="6"/>
          </p:nvPr>
        </p:nvSpPr>
        <p:spPr>
          <a:xfrm>
            <a:off x="4441435" y="4572442"/>
            <a:ext cx="3300984" cy="1218758"/>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33" name="Google Shape;133;p112"/>
          <p:cNvSpPr txBox="1">
            <a:spLocks noGrp="1"/>
          </p:cNvSpPr>
          <p:nvPr>
            <p:ph type="body" idx="7"/>
          </p:nvPr>
        </p:nvSpPr>
        <p:spPr>
          <a:xfrm>
            <a:off x="7966697" y="3904106"/>
            <a:ext cx="3300984" cy="576262"/>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Autofit/>
          </a:bodyPr>
          <a:lstStyle>
            <a:lvl1pPr marL="457200" lvl="0" indent="-228600" algn="ctr">
              <a:lnSpc>
                <a:spcPct val="110000"/>
              </a:lnSpc>
              <a:spcBef>
                <a:spcPts val="360"/>
              </a:spcBef>
              <a:spcAft>
                <a:spcPts val="0"/>
              </a:spcAft>
              <a:buSzPts val="1260"/>
              <a:buNone/>
              <a:defRPr sz="1800" b="0">
                <a:solidFill>
                  <a:schemeClr val="lt1"/>
                </a:solidFill>
                <a:latin typeface="Batang"/>
                <a:ea typeface="Batang"/>
                <a:cs typeface="Batang"/>
                <a:sym typeface="Batang"/>
              </a:defRPr>
            </a:lvl1pPr>
            <a:lvl2pPr marL="914400" lvl="1" indent="-228600" algn="l">
              <a:spcBef>
                <a:spcPts val="600"/>
              </a:spcBef>
              <a:spcAft>
                <a:spcPts val="0"/>
              </a:spcAft>
              <a:buSzPts val="1400"/>
              <a:buNone/>
              <a:defRPr sz="2000" b="1"/>
            </a:lvl2pPr>
            <a:lvl3pPr marL="1371600" lvl="2" indent="-228600" algn="l">
              <a:spcBef>
                <a:spcPts val="600"/>
              </a:spcBef>
              <a:spcAft>
                <a:spcPts val="0"/>
              </a:spcAft>
              <a:buSzPts val="1260"/>
              <a:buNone/>
              <a:defRPr sz="1800" b="1"/>
            </a:lvl3pPr>
            <a:lvl4pPr marL="1828800" lvl="3" indent="-228600" algn="l">
              <a:spcBef>
                <a:spcPts val="600"/>
              </a:spcBef>
              <a:spcAft>
                <a:spcPts val="0"/>
              </a:spcAft>
              <a:buSzPts val="1120"/>
              <a:buNone/>
              <a:defRPr sz="1600" b="1"/>
            </a:lvl4pPr>
            <a:lvl5pPr marL="2286000" lvl="4" indent="-228600" algn="l">
              <a:spcBef>
                <a:spcPts val="600"/>
              </a:spcBef>
              <a:spcAft>
                <a:spcPts val="0"/>
              </a:spcAft>
              <a:buSzPts val="1120"/>
              <a:buNone/>
              <a:defRPr sz="1600" b="1"/>
            </a:lvl5pPr>
            <a:lvl6pPr marL="2743200" lvl="5" indent="-228600" algn="l">
              <a:spcBef>
                <a:spcPts val="600"/>
              </a:spcBef>
              <a:spcAft>
                <a:spcPts val="0"/>
              </a:spcAft>
              <a:buSzPts val="1120"/>
              <a:buNone/>
              <a:defRPr sz="1600" b="1"/>
            </a:lvl6pPr>
            <a:lvl7pPr marL="3200400" lvl="6" indent="-228600" algn="l">
              <a:spcBef>
                <a:spcPts val="600"/>
              </a:spcBef>
              <a:spcAft>
                <a:spcPts val="0"/>
              </a:spcAft>
              <a:buSzPts val="1120"/>
              <a:buNone/>
              <a:defRPr sz="1600" b="1"/>
            </a:lvl7pPr>
            <a:lvl8pPr marL="3657600" lvl="7" indent="-228600" algn="l">
              <a:spcBef>
                <a:spcPts val="600"/>
              </a:spcBef>
              <a:spcAft>
                <a:spcPts val="0"/>
              </a:spcAft>
              <a:buSzPts val="1120"/>
              <a:buNone/>
              <a:defRPr sz="1600" b="1"/>
            </a:lvl8pPr>
            <a:lvl9pPr marL="4114800" lvl="8" indent="-228600" algn="l">
              <a:spcBef>
                <a:spcPts val="600"/>
              </a:spcBef>
              <a:spcAft>
                <a:spcPts val="600"/>
              </a:spcAft>
              <a:buSzPts val="1120"/>
              <a:buNone/>
              <a:defRPr sz="1600" b="1"/>
            </a:lvl9pPr>
          </a:lstStyle>
          <a:p>
            <a:endParaRPr/>
          </a:p>
        </p:txBody>
      </p:sp>
      <p:sp>
        <p:nvSpPr>
          <p:cNvPr id="134" name="Google Shape;134;p112"/>
          <p:cNvSpPr>
            <a:spLocks noGrp="1"/>
          </p:cNvSpPr>
          <p:nvPr>
            <p:ph type="pic" idx="8"/>
          </p:nvPr>
        </p:nvSpPr>
        <p:spPr>
          <a:xfrm>
            <a:off x="8075698" y="1934432"/>
            <a:ext cx="3092368" cy="1607294"/>
          </a:xfrm>
          <a:prstGeom prst="roundRect">
            <a:avLst>
              <a:gd name="adj" fmla="val 1858"/>
            </a:avLst>
          </a:prstGeom>
          <a:noFill/>
          <a:ln>
            <a:noFill/>
          </a:ln>
          <a:effectLst>
            <a:outerShdw blurRad="38100" dist="25400" dir="4440000">
              <a:srgbClr val="000000">
                <a:alpha val="35686"/>
              </a:srgbClr>
            </a:outerShdw>
          </a:effectLst>
        </p:spPr>
      </p:sp>
      <p:sp>
        <p:nvSpPr>
          <p:cNvPr id="135" name="Google Shape;135;p112"/>
          <p:cNvSpPr txBox="1">
            <a:spLocks noGrp="1"/>
          </p:cNvSpPr>
          <p:nvPr>
            <p:ph type="body" idx="9"/>
          </p:nvPr>
        </p:nvSpPr>
        <p:spPr>
          <a:xfrm>
            <a:off x="7966572" y="4572442"/>
            <a:ext cx="3300984" cy="1218758"/>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228600" algn="ctr">
              <a:lnSpc>
                <a:spcPct val="110000"/>
              </a:lnSpc>
              <a:spcBef>
                <a:spcPts val="280"/>
              </a:spcBef>
              <a:spcAft>
                <a:spcPts val="0"/>
              </a:spcAft>
              <a:buSzPts val="980"/>
              <a:buNone/>
              <a:defRPr sz="1400">
                <a:latin typeface="Batang"/>
                <a:ea typeface="Batang"/>
                <a:cs typeface="Batang"/>
                <a:sym typeface="Batang"/>
              </a:defRPr>
            </a:lvl1pPr>
            <a:lvl2pPr marL="914400" lvl="1" indent="-228600" algn="l">
              <a:spcBef>
                <a:spcPts val="600"/>
              </a:spcBef>
              <a:spcAft>
                <a:spcPts val="0"/>
              </a:spcAft>
              <a:buSzPts val="840"/>
              <a:buNone/>
              <a:defRPr sz="1200"/>
            </a:lvl2pPr>
            <a:lvl3pPr marL="1371600" lvl="2" indent="-228600" algn="l">
              <a:spcBef>
                <a:spcPts val="600"/>
              </a:spcBef>
              <a:spcAft>
                <a:spcPts val="0"/>
              </a:spcAft>
              <a:buSzPts val="700"/>
              <a:buNone/>
              <a:defRPr sz="1000"/>
            </a:lvl3pPr>
            <a:lvl4pPr marL="1828800" lvl="3" indent="-228600" algn="l">
              <a:spcBef>
                <a:spcPts val="600"/>
              </a:spcBef>
              <a:spcAft>
                <a:spcPts val="0"/>
              </a:spcAft>
              <a:buSzPts val="630"/>
              <a:buNone/>
              <a:defRPr sz="900"/>
            </a:lvl4pPr>
            <a:lvl5pPr marL="2286000" lvl="4" indent="-228600" algn="l">
              <a:spcBef>
                <a:spcPts val="600"/>
              </a:spcBef>
              <a:spcAft>
                <a:spcPts val="0"/>
              </a:spcAft>
              <a:buSzPts val="630"/>
              <a:buNone/>
              <a:defRPr sz="900"/>
            </a:lvl5pPr>
            <a:lvl6pPr marL="2743200" lvl="5" indent="-228600" algn="l">
              <a:spcBef>
                <a:spcPts val="600"/>
              </a:spcBef>
              <a:spcAft>
                <a:spcPts val="0"/>
              </a:spcAft>
              <a:buSzPts val="630"/>
              <a:buNone/>
              <a:defRPr sz="900"/>
            </a:lvl6pPr>
            <a:lvl7pPr marL="3200400" lvl="6" indent="-228600" algn="l">
              <a:spcBef>
                <a:spcPts val="600"/>
              </a:spcBef>
              <a:spcAft>
                <a:spcPts val="0"/>
              </a:spcAft>
              <a:buSzPts val="630"/>
              <a:buNone/>
              <a:defRPr sz="900"/>
            </a:lvl7pPr>
            <a:lvl8pPr marL="3657600" lvl="7" indent="-228600" algn="l">
              <a:spcBef>
                <a:spcPts val="600"/>
              </a:spcBef>
              <a:spcAft>
                <a:spcPts val="0"/>
              </a:spcAft>
              <a:buSzPts val="630"/>
              <a:buNone/>
              <a:defRPr sz="900"/>
            </a:lvl8pPr>
            <a:lvl9pPr marL="4114800" lvl="8" indent="-228600" algn="l">
              <a:spcBef>
                <a:spcPts val="600"/>
              </a:spcBef>
              <a:spcAft>
                <a:spcPts val="600"/>
              </a:spcAft>
              <a:buSzPts val="630"/>
              <a:buNone/>
              <a:defRPr sz="900"/>
            </a:lvl9pPr>
          </a:lstStyle>
          <a:p>
            <a:endParaRPr/>
          </a:p>
        </p:txBody>
      </p:sp>
      <p:sp>
        <p:nvSpPr>
          <p:cNvPr id="136" name="Google Shape;136;p112"/>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12"/>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12"/>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139"/>
        <p:cNvGrpSpPr/>
        <p:nvPr/>
      </p:nvGrpSpPr>
      <p:grpSpPr>
        <a:xfrm>
          <a:off x="0" y="0"/>
          <a:ext cx="0" cy="0"/>
          <a:chOff x="0" y="0"/>
          <a:chExt cx="0" cy="0"/>
        </a:xfrm>
      </p:grpSpPr>
      <p:sp>
        <p:nvSpPr>
          <p:cNvPr id="140" name="Google Shape;140;p113"/>
          <p:cNvSpPr txBox="1">
            <a:spLocks noGrp="1"/>
          </p:cNvSpPr>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ctr">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13"/>
          <p:cNvSpPr txBox="1">
            <a:spLocks noGrp="1"/>
          </p:cNvSpPr>
          <p:nvPr>
            <p:ph type="body" idx="1"/>
          </p:nvPr>
        </p:nvSpPr>
        <p:spPr>
          <a:xfrm rot="5400000">
            <a:off x="4233302" y="-1243057"/>
            <a:ext cx="3714749" cy="1035376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30835" algn="l">
              <a:lnSpc>
                <a:spcPct val="110000"/>
              </a:lnSpc>
              <a:spcBef>
                <a:spcPts val="460"/>
              </a:spcBef>
              <a:spcAft>
                <a:spcPts val="0"/>
              </a:spcAft>
              <a:buSzPts val="1610"/>
              <a:buChar char="◈"/>
              <a:defRPr>
                <a:latin typeface="Batang"/>
                <a:ea typeface="Batang"/>
                <a:cs typeface="Batang"/>
                <a:sym typeface="Batang"/>
              </a:defRPr>
            </a:lvl1pPr>
            <a:lvl2pPr marL="914400" lvl="1" indent="-321944" algn="l">
              <a:spcBef>
                <a:spcPts val="600"/>
              </a:spcBef>
              <a:spcAft>
                <a:spcPts val="0"/>
              </a:spcAft>
              <a:buSzPts val="1470"/>
              <a:buChar char="🞚"/>
              <a:defRPr>
                <a:latin typeface="Batang"/>
                <a:ea typeface="Batang"/>
                <a:cs typeface="Batang"/>
                <a:sym typeface="Batang"/>
              </a:defRPr>
            </a:lvl2pPr>
            <a:lvl3pPr marL="1371600" lvl="2" indent="-308610" algn="l">
              <a:spcBef>
                <a:spcPts val="600"/>
              </a:spcBef>
              <a:spcAft>
                <a:spcPts val="0"/>
              </a:spcAft>
              <a:buSzPts val="1260"/>
              <a:buChar char="◈"/>
              <a:defRPr>
                <a:latin typeface="Batang"/>
                <a:ea typeface="Batang"/>
                <a:cs typeface="Batang"/>
                <a:sym typeface="Batang"/>
              </a:defRPr>
            </a:lvl3pPr>
            <a:lvl4pPr marL="1828800" lvl="3" indent="-299719" algn="l">
              <a:spcBef>
                <a:spcPts val="600"/>
              </a:spcBef>
              <a:spcAft>
                <a:spcPts val="0"/>
              </a:spcAft>
              <a:buSzPts val="1120"/>
              <a:buChar char="🞚"/>
              <a:defRPr>
                <a:latin typeface="Batang"/>
                <a:ea typeface="Batang"/>
                <a:cs typeface="Batang"/>
                <a:sym typeface="Batang"/>
              </a:defRPr>
            </a:lvl4pPr>
            <a:lvl5pPr marL="2286000" lvl="4" indent="-299720" algn="l">
              <a:spcBef>
                <a:spcPts val="600"/>
              </a:spcBef>
              <a:spcAft>
                <a:spcPts val="0"/>
              </a:spcAft>
              <a:buSzPts val="1120"/>
              <a:buChar char="◈"/>
              <a:defRPr>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142" name="Google Shape;142;p113"/>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13"/>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13"/>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145"/>
        <p:cNvGrpSpPr/>
        <p:nvPr/>
      </p:nvGrpSpPr>
      <p:grpSpPr>
        <a:xfrm>
          <a:off x="0" y="0"/>
          <a:ext cx="0" cy="0"/>
          <a:chOff x="0" y="0"/>
          <a:chExt cx="0" cy="0"/>
        </a:xfrm>
      </p:grpSpPr>
      <p:sp>
        <p:nvSpPr>
          <p:cNvPr id="146" name="Google Shape;146;p114"/>
          <p:cNvSpPr txBox="1">
            <a:spLocks noGrp="1"/>
          </p:cNvSpPr>
          <p:nvPr>
            <p:ph type="title"/>
          </p:nvPr>
        </p:nvSpPr>
        <p:spPr>
          <a:xfrm rot="5400000">
            <a:off x="7534511" y="2058156"/>
            <a:ext cx="5181601" cy="2284487"/>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4600"/>
              <a:buFont typeface="Batang"/>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14"/>
          <p:cNvSpPr txBox="1">
            <a:spLocks noGrp="1"/>
          </p:cNvSpPr>
          <p:nvPr>
            <p:ph type="body" idx="1"/>
          </p:nvPr>
        </p:nvSpPr>
        <p:spPr>
          <a:xfrm rot="5400000">
            <a:off x="2281431" y="-758036"/>
            <a:ext cx="5181601" cy="791687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lvl="0" indent="-330835" algn="l">
              <a:lnSpc>
                <a:spcPct val="110000"/>
              </a:lnSpc>
              <a:spcBef>
                <a:spcPts val="460"/>
              </a:spcBef>
              <a:spcAft>
                <a:spcPts val="0"/>
              </a:spcAft>
              <a:buSzPts val="1610"/>
              <a:buChar char="◈"/>
              <a:defRPr>
                <a:latin typeface="Batang"/>
                <a:ea typeface="Batang"/>
                <a:cs typeface="Batang"/>
                <a:sym typeface="Batang"/>
              </a:defRPr>
            </a:lvl1pPr>
            <a:lvl2pPr marL="914400" lvl="1" indent="-321944" algn="l">
              <a:spcBef>
                <a:spcPts val="600"/>
              </a:spcBef>
              <a:spcAft>
                <a:spcPts val="0"/>
              </a:spcAft>
              <a:buSzPts val="1470"/>
              <a:buChar char="🞚"/>
              <a:defRPr>
                <a:latin typeface="Batang"/>
                <a:ea typeface="Batang"/>
                <a:cs typeface="Batang"/>
                <a:sym typeface="Batang"/>
              </a:defRPr>
            </a:lvl2pPr>
            <a:lvl3pPr marL="1371600" lvl="2" indent="-308610" algn="l">
              <a:spcBef>
                <a:spcPts val="600"/>
              </a:spcBef>
              <a:spcAft>
                <a:spcPts val="0"/>
              </a:spcAft>
              <a:buSzPts val="1260"/>
              <a:buChar char="◈"/>
              <a:defRPr>
                <a:latin typeface="Batang"/>
                <a:ea typeface="Batang"/>
                <a:cs typeface="Batang"/>
                <a:sym typeface="Batang"/>
              </a:defRPr>
            </a:lvl3pPr>
            <a:lvl4pPr marL="1828800" lvl="3" indent="-299719" algn="l">
              <a:spcBef>
                <a:spcPts val="600"/>
              </a:spcBef>
              <a:spcAft>
                <a:spcPts val="0"/>
              </a:spcAft>
              <a:buSzPts val="1120"/>
              <a:buChar char="🞚"/>
              <a:defRPr>
                <a:latin typeface="Batang"/>
                <a:ea typeface="Batang"/>
                <a:cs typeface="Batang"/>
                <a:sym typeface="Batang"/>
              </a:defRPr>
            </a:lvl4pPr>
            <a:lvl5pPr marL="2286000" lvl="4" indent="-299720" algn="l">
              <a:spcBef>
                <a:spcPts val="600"/>
              </a:spcBef>
              <a:spcAft>
                <a:spcPts val="0"/>
              </a:spcAft>
              <a:buSzPts val="1120"/>
              <a:buChar char="◈"/>
              <a:defRPr>
                <a:latin typeface="Batang"/>
                <a:ea typeface="Batang"/>
                <a:cs typeface="Batang"/>
                <a:sym typeface="Batang"/>
              </a:defRPr>
            </a:lvl5pPr>
            <a:lvl6pPr marL="2743200" lvl="5" indent="-308610" algn="l">
              <a:spcBef>
                <a:spcPts val="600"/>
              </a:spcBef>
              <a:spcAft>
                <a:spcPts val="0"/>
              </a:spcAft>
              <a:buSzPts val="1260"/>
              <a:buChar char="◈"/>
              <a:defRPr/>
            </a:lvl6pPr>
            <a:lvl7pPr marL="3200400" lvl="6" indent="-308610" algn="l">
              <a:spcBef>
                <a:spcPts val="600"/>
              </a:spcBef>
              <a:spcAft>
                <a:spcPts val="0"/>
              </a:spcAft>
              <a:buSzPts val="1260"/>
              <a:buChar char="◈"/>
              <a:defRPr/>
            </a:lvl7pPr>
            <a:lvl8pPr marL="3657600" lvl="7" indent="-308609" algn="l">
              <a:spcBef>
                <a:spcPts val="600"/>
              </a:spcBef>
              <a:spcAft>
                <a:spcPts val="0"/>
              </a:spcAft>
              <a:buSzPts val="1260"/>
              <a:buChar char="◈"/>
              <a:defRPr/>
            </a:lvl8pPr>
            <a:lvl9pPr marL="4114800" lvl="8" indent="-308609" algn="l">
              <a:spcBef>
                <a:spcPts val="600"/>
              </a:spcBef>
              <a:spcAft>
                <a:spcPts val="600"/>
              </a:spcAft>
              <a:buSzPts val="1260"/>
              <a:buChar char="◈"/>
              <a:defRPr/>
            </a:lvl9pPr>
          </a:lstStyle>
          <a:p>
            <a:endParaRPr/>
          </a:p>
        </p:txBody>
      </p:sp>
      <p:sp>
        <p:nvSpPr>
          <p:cNvPr id="148" name="Google Shape;148;p114"/>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114"/>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atang"/>
                <a:ea typeface="Batang"/>
                <a:cs typeface="Batang"/>
                <a:sym typeface="Batang"/>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14"/>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0">
                <a:solidFill>
                  <a:srgbClr val="F2F2F2"/>
                </a:solidFill>
                <a:latin typeface="Batang"/>
                <a:ea typeface="Batang"/>
                <a:cs typeface="Batang"/>
                <a:sym typeface="Batang"/>
              </a:defRPr>
            </a:lvl1pPr>
            <a:lvl2pPr marL="0" lvl="1" indent="0" algn="r">
              <a:spcBef>
                <a:spcPts val="0"/>
              </a:spcBef>
              <a:buNone/>
              <a:defRPr sz="1100">
                <a:solidFill>
                  <a:srgbClr val="F2F2F2"/>
                </a:solidFill>
                <a:latin typeface="Batang"/>
                <a:ea typeface="Batang"/>
                <a:cs typeface="Batang"/>
                <a:sym typeface="Batang"/>
              </a:defRPr>
            </a:lvl2pPr>
            <a:lvl3pPr marL="0" lvl="2" indent="0" algn="r">
              <a:spcBef>
                <a:spcPts val="0"/>
              </a:spcBef>
              <a:buNone/>
              <a:defRPr sz="1100">
                <a:solidFill>
                  <a:srgbClr val="F2F2F2"/>
                </a:solidFill>
                <a:latin typeface="Batang"/>
                <a:ea typeface="Batang"/>
                <a:cs typeface="Batang"/>
                <a:sym typeface="Batang"/>
              </a:defRPr>
            </a:lvl3pPr>
            <a:lvl4pPr marL="0" lvl="3" indent="0" algn="r">
              <a:spcBef>
                <a:spcPts val="0"/>
              </a:spcBef>
              <a:buNone/>
              <a:defRPr sz="1100">
                <a:solidFill>
                  <a:srgbClr val="F2F2F2"/>
                </a:solidFill>
                <a:latin typeface="Batang"/>
                <a:ea typeface="Batang"/>
                <a:cs typeface="Batang"/>
                <a:sym typeface="Batang"/>
              </a:defRPr>
            </a:lvl4pPr>
            <a:lvl5pPr marL="0" lvl="4" indent="0" algn="r">
              <a:spcBef>
                <a:spcPts val="0"/>
              </a:spcBef>
              <a:buNone/>
              <a:defRPr sz="1100">
                <a:solidFill>
                  <a:srgbClr val="F2F2F2"/>
                </a:solidFill>
                <a:latin typeface="Batang"/>
                <a:ea typeface="Batang"/>
                <a:cs typeface="Batang"/>
                <a:sym typeface="Batang"/>
              </a:defRPr>
            </a:lvl5pPr>
            <a:lvl6pPr marL="0" lvl="5" indent="0" algn="r">
              <a:spcBef>
                <a:spcPts val="0"/>
              </a:spcBef>
              <a:buNone/>
              <a:defRPr sz="1100">
                <a:solidFill>
                  <a:srgbClr val="F2F2F2"/>
                </a:solidFill>
                <a:latin typeface="Batang"/>
                <a:ea typeface="Batang"/>
                <a:cs typeface="Batang"/>
                <a:sym typeface="Batang"/>
              </a:defRPr>
            </a:lvl6pPr>
            <a:lvl7pPr marL="0" lvl="6" indent="0" algn="r">
              <a:spcBef>
                <a:spcPts val="0"/>
              </a:spcBef>
              <a:buNone/>
              <a:defRPr sz="1100">
                <a:solidFill>
                  <a:srgbClr val="F2F2F2"/>
                </a:solidFill>
                <a:latin typeface="Batang"/>
                <a:ea typeface="Batang"/>
                <a:cs typeface="Batang"/>
                <a:sym typeface="Batang"/>
              </a:defRPr>
            </a:lvl7pPr>
            <a:lvl8pPr marL="0" lvl="7" indent="0" algn="r">
              <a:spcBef>
                <a:spcPts val="0"/>
              </a:spcBef>
              <a:buNone/>
              <a:defRPr sz="1100">
                <a:solidFill>
                  <a:srgbClr val="F2F2F2"/>
                </a:solidFill>
                <a:latin typeface="Batang"/>
                <a:ea typeface="Batang"/>
                <a:cs typeface="Batang"/>
                <a:sym typeface="Batang"/>
              </a:defRPr>
            </a:lvl8pPr>
            <a:lvl9pPr marL="0" lvl="8" indent="0" algn="r">
              <a:spcBef>
                <a:spcPts val="0"/>
              </a:spcBef>
              <a:buNone/>
              <a:defRPr sz="1100">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sp>
        <p:nvSpPr>
          <p:cNvPr id="10" name="Google Shape;10;p97"/>
          <p:cNvSpPr txBox="1">
            <a:spLocks noGrp="1"/>
          </p:cNvSpPr>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lt2"/>
              </a:buClr>
              <a:buSzPts val="4600"/>
              <a:buFont typeface="Batang"/>
              <a:buNone/>
              <a:defRPr sz="4600" b="0" i="0" u="none" strike="noStrike" cap="none">
                <a:solidFill>
                  <a:schemeClr val="lt2"/>
                </a:solidFill>
                <a:latin typeface="Batang"/>
                <a:ea typeface="Batang"/>
                <a:cs typeface="Batang"/>
                <a:sym typeface="Batang"/>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1" name="Google Shape;11;p97"/>
          <p:cNvSpPr txBox="1">
            <a:spLocks noGrp="1"/>
          </p:cNvSpPr>
          <p:nvPr>
            <p:ph type="body" idx="1"/>
          </p:nvPr>
        </p:nvSpPr>
        <p:spPr>
          <a:xfrm>
            <a:off x="913795" y="2076450"/>
            <a:ext cx="10353762" cy="3714749"/>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lvl1pPr marL="457200" marR="0" lvl="0" indent="-330835" algn="l" rtl="0">
              <a:lnSpc>
                <a:spcPct val="110000"/>
              </a:lnSpc>
              <a:spcBef>
                <a:spcPts val="460"/>
              </a:spcBef>
              <a:spcAft>
                <a:spcPts val="0"/>
              </a:spcAft>
              <a:buClr>
                <a:schemeClr val="lt2"/>
              </a:buClr>
              <a:buSzPts val="1610"/>
              <a:buFont typeface="Noto Sans Symbols"/>
              <a:buChar char="◈"/>
              <a:defRPr sz="2300" b="0" i="0" u="none" strike="noStrike" cap="none">
                <a:solidFill>
                  <a:schemeClr val="lt2"/>
                </a:solidFill>
                <a:latin typeface="Batang"/>
                <a:ea typeface="Batang"/>
                <a:cs typeface="Batang"/>
                <a:sym typeface="Batang"/>
              </a:defRPr>
            </a:lvl1pPr>
            <a:lvl2pPr marL="914400" marR="0" lvl="1" indent="-321944" algn="l" rtl="0">
              <a:spcBef>
                <a:spcPts val="600"/>
              </a:spcBef>
              <a:spcAft>
                <a:spcPts val="0"/>
              </a:spcAft>
              <a:buClr>
                <a:schemeClr val="lt2"/>
              </a:buClr>
              <a:buSzPts val="1470"/>
              <a:buFont typeface="Noto Sans Symbols"/>
              <a:buChar char="🞚"/>
              <a:defRPr sz="2100" b="0" i="0" u="none" strike="noStrike" cap="none">
                <a:solidFill>
                  <a:schemeClr val="lt2"/>
                </a:solidFill>
                <a:latin typeface="Batang"/>
                <a:ea typeface="Batang"/>
                <a:cs typeface="Batang"/>
                <a:sym typeface="Batang"/>
              </a:defRPr>
            </a:lvl2pPr>
            <a:lvl3pPr marL="1371600" marR="0" lvl="2" indent="-308610" algn="l" rtl="0">
              <a:spcBef>
                <a:spcPts val="600"/>
              </a:spcBef>
              <a:spcAft>
                <a:spcPts val="0"/>
              </a:spcAft>
              <a:buClr>
                <a:schemeClr val="lt2"/>
              </a:buClr>
              <a:buSzPts val="1260"/>
              <a:buFont typeface="Noto Sans Symbols"/>
              <a:buChar char="◈"/>
              <a:defRPr sz="1800" b="0" i="0" u="none" strike="noStrike" cap="none">
                <a:solidFill>
                  <a:schemeClr val="lt2"/>
                </a:solidFill>
                <a:latin typeface="Batang"/>
                <a:ea typeface="Batang"/>
                <a:cs typeface="Batang"/>
                <a:sym typeface="Batang"/>
              </a:defRPr>
            </a:lvl3pPr>
            <a:lvl4pPr marL="1828800" marR="0" lvl="3" indent="-299719" algn="l" rtl="0">
              <a:spcBef>
                <a:spcPts val="600"/>
              </a:spcBef>
              <a:spcAft>
                <a:spcPts val="0"/>
              </a:spcAft>
              <a:buClr>
                <a:schemeClr val="lt2"/>
              </a:buClr>
              <a:buSzPts val="1120"/>
              <a:buFont typeface="Noto Sans Symbols"/>
              <a:buChar char="🞚"/>
              <a:defRPr sz="1600" b="0" i="0" u="none" strike="noStrike" cap="none">
                <a:solidFill>
                  <a:schemeClr val="lt2"/>
                </a:solidFill>
                <a:latin typeface="Batang"/>
                <a:ea typeface="Batang"/>
                <a:cs typeface="Batang"/>
                <a:sym typeface="Batang"/>
              </a:defRPr>
            </a:lvl4pPr>
            <a:lvl5pPr marL="2286000" marR="0" lvl="4" indent="-299720" algn="l" rtl="0">
              <a:spcBef>
                <a:spcPts val="600"/>
              </a:spcBef>
              <a:spcAft>
                <a:spcPts val="0"/>
              </a:spcAft>
              <a:buClr>
                <a:schemeClr val="lt2"/>
              </a:buClr>
              <a:buSzPts val="1120"/>
              <a:buFont typeface="Noto Sans Symbols"/>
              <a:buChar char="◈"/>
              <a:defRPr sz="1600" b="0" i="0" u="none" strike="noStrike" cap="none">
                <a:solidFill>
                  <a:schemeClr val="lt2"/>
                </a:solidFill>
                <a:latin typeface="Batang"/>
                <a:ea typeface="Batang"/>
                <a:cs typeface="Batang"/>
                <a:sym typeface="Batang"/>
              </a:defRPr>
            </a:lvl5pPr>
            <a:lvl6pPr marL="2743200" marR="0" lvl="5"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Sorts Mill Goudy"/>
                <a:ea typeface="Sorts Mill Goudy"/>
                <a:cs typeface="Sorts Mill Goudy"/>
                <a:sym typeface="Sorts Mill Goudy"/>
              </a:defRPr>
            </a:lvl6pPr>
            <a:lvl7pPr marL="3200400" marR="0" lvl="6"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Sorts Mill Goudy"/>
                <a:ea typeface="Sorts Mill Goudy"/>
                <a:cs typeface="Sorts Mill Goudy"/>
                <a:sym typeface="Sorts Mill Goudy"/>
              </a:defRPr>
            </a:lvl7pPr>
            <a:lvl8pPr marL="3657600" marR="0" lvl="7" indent="-290829" algn="l" rtl="0">
              <a:spcBef>
                <a:spcPts val="600"/>
              </a:spcBef>
              <a:spcAft>
                <a:spcPts val="0"/>
              </a:spcAft>
              <a:buClr>
                <a:schemeClr val="lt2"/>
              </a:buClr>
              <a:buSzPts val="980"/>
              <a:buFont typeface="Noto Sans Symbols"/>
              <a:buChar char="◈"/>
              <a:defRPr sz="1400" b="0" i="0" u="none" strike="noStrike" cap="none">
                <a:solidFill>
                  <a:schemeClr val="lt2"/>
                </a:solidFill>
                <a:latin typeface="Sorts Mill Goudy"/>
                <a:ea typeface="Sorts Mill Goudy"/>
                <a:cs typeface="Sorts Mill Goudy"/>
                <a:sym typeface="Sorts Mill Goudy"/>
              </a:defRPr>
            </a:lvl8pPr>
            <a:lvl9pPr marL="4114800" marR="0" lvl="8" indent="-290829" algn="l" rtl="0">
              <a:spcBef>
                <a:spcPts val="600"/>
              </a:spcBef>
              <a:spcAft>
                <a:spcPts val="600"/>
              </a:spcAft>
              <a:buClr>
                <a:schemeClr val="lt2"/>
              </a:buClr>
              <a:buSzPts val="980"/>
              <a:buFont typeface="Noto Sans Symbols"/>
              <a:buChar char="◈"/>
              <a:defRPr sz="1400" b="0" i="0" u="none" strike="noStrike" cap="none">
                <a:solidFill>
                  <a:schemeClr val="lt2"/>
                </a:solidFill>
                <a:latin typeface="Sorts Mill Goudy"/>
                <a:ea typeface="Sorts Mill Goudy"/>
                <a:cs typeface="Sorts Mill Goudy"/>
                <a:sym typeface="Sorts Mill Goudy"/>
              </a:defRPr>
            </a:lvl9pPr>
          </a:lstStyle>
          <a:p>
            <a:endParaRPr/>
          </a:p>
        </p:txBody>
      </p:sp>
      <p:sp>
        <p:nvSpPr>
          <p:cNvPr id="12" name="Google Shape;12;p97"/>
          <p:cNvSpPr txBox="1">
            <a:spLocks noGrp="1"/>
          </p:cNvSpPr>
          <p:nvPr>
            <p:ph type="dt" idx="10"/>
          </p:nvPr>
        </p:nvSpPr>
        <p:spPr>
          <a:xfrm>
            <a:off x="7678736" y="6000749"/>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0" i="0" u="none" strike="noStrike" cap="none">
                <a:solidFill>
                  <a:srgbClr val="F2F2F2"/>
                </a:solidFill>
                <a:latin typeface="Batang"/>
                <a:ea typeface="Batang"/>
                <a:cs typeface="Batang"/>
                <a:sym typeface="Batang"/>
              </a:defRPr>
            </a:lvl1pPr>
            <a:lvl2pPr marR="0" lvl="1"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2pPr>
            <a:lvl3pPr marR="0" lvl="2"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3pPr>
            <a:lvl4pPr marR="0" lvl="3"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4pPr>
            <a:lvl5pPr marR="0" lvl="4"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5pPr>
            <a:lvl6pPr marR="0" lvl="5"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6pPr>
            <a:lvl7pPr marR="0" lvl="6"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7pPr>
            <a:lvl8pPr marR="0" lvl="7"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8pPr>
            <a:lvl9pPr marR="0" lvl="8"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9pPr>
          </a:lstStyle>
          <a:p>
            <a:endParaRPr/>
          </a:p>
        </p:txBody>
      </p:sp>
      <p:sp>
        <p:nvSpPr>
          <p:cNvPr id="13" name="Google Shape;13;p97"/>
          <p:cNvSpPr txBox="1">
            <a:spLocks noGrp="1"/>
          </p:cNvSpPr>
          <p:nvPr>
            <p:ph type="ftr" idx="11"/>
          </p:nvPr>
        </p:nvSpPr>
        <p:spPr>
          <a:xfrm>
            <a:off x="913795" y="6000749"/>
            <a:ext cx="6672865"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0" i="0" u="none" strike="noStrike" cap="none">
                <a:solidFill>
                  <a:srgbClr val="F2F2F2"/>
                </a:solidFill>
                <a:latin typeface="Batang"/>
                <a:ea typeface="Batang"/>
                <a:cs typeface="Batang"/>
                <a:sym typeface="Batang"/>
              </a:defRPr>
            </a:lvl1pPr>
            <a:lvl2pPr marR="0" lvl="1"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2pPr>
            <a:lvl3pPr marR="0" lvl="2"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3pPr>
            <a:lvl4pPr marR="0" lvl="3"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4pPr>
            <a:lvl5pPr marR="0" lvl="4"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5pPr>
            <a:lvl6pPr marR="0" lvl="5"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6pPr>
            <a:lvl7pPr marR="0" lvl="6"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7pPr>
            <a:lvl8pPr marR="0" lvl="7"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8pPr>
            <a:lvl9pPr marR="0" lvl="8" algn="l" rtl="0">
              <a:spcBef>
                <a:spcPts val="0"/>
              </a:spcBef>
              <a:spcAft>
                <a:spcPts val="0"/>
              </a:spcAft>
              <a:buSzPts val="1400"/>
              <a:buNone/>
              <a:defRPr sz="1800" b="0" i="0" u="none" strike="noStrike" cap="none">
                <a:solidFill>
                  <a:schemeClr val="lt1"/>
                </a:solidFill>
                <a:latin typeface="Sorts Mill Goudy"/>
                <a:ea typeface="Sorts Mill Goudy"/>
                <a:cs typeface="Sorts Mill Goudy"/>
                <a:sym typeface="Sorts Mill Goudy"/>
              </a:defRPr>
            </a:lvl9pPr>
          </a:lstStyle>
          <a:p>
            <a:endParaRPr/>
          </a:p>
        </p:txBody>
      </p:sp>
      <p:sp>
        <p:nvSpPr>
          <p:cNvPr id="14" name="Google Shape;14;p97"/>
          <p:cNvSpPr txBox="1">
            <a:spLocks noGrp="1"/>
          </p:cNvSpPr>
          <p:nvPr>
            <p:ph type="sldNum" idx="12"/>
          </p:nvPr>
        </p:nvSpPr>
        <p:spPr>
          <a:xfrm>
            <a:off x="10514011" y="6000749"/>
            <a:ext cx="75354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100" b="0" i="0" u="none" strike="noStrike" cap="none">
                <a:solidFill>
                  <a:srgbClr val="F2F2F2"/>
                </a:solidFill>
                <a:latin typeface="Batang"/>
                <a:ea typeface="Batang"/>
                <a:cs typeface="Batang"/>
                <a:sym typeface="Batang"/>
              </a:defRPr>
            </a:lvl1pPr>
            <a:lvl2pPr marL="0" marR="0" lvl="1" indent="0" algn="r" rtl="0">
              <a:spcBef>
                <a:spcPts val="0"/>
              </a:spcBef>
              <a:buNone/>
              <a:defRPr sz="1100" b="0" i="0" u="none" strike="noStrike" cap="none">
                <a:solidFill>
                  <a:srgbClr val="F2F2F2"/>
                </a:solidFill>
                <a:latin typeface="Batang"/>
                <a:ea typeface="Batang"/>
                <a:cs typeface="Batang"/>
                <a:sym typeface="Batang"/>
              </a:defRPr>
            </a:lvl2pPr>
            <a:lvl3pPr marL="0" marR="0" lvl="2" indent="0" algn="r" rtl="0">
              <a:spcBef>
                <a:spcPts val="0"/>
              </a:spcBef>
              <a:buNone/>
              <a:defRPr sz="1100" b="0" i="0" u="none" strike="noStrike" cap="none">
                <a:solidFill>
                  <a:srgbClr val="F2F2F2"/>
                </a:solidFill>
                <a:latin typeface="Batang"/>
                <a:ea typeface="Batang"/>
                <a:cs typeface="Batang"/>
                <a:sym typeface="Batang"/>
              </a:defRPr>
            </a:lvl3pPr>
            <a:lvl4pPr marL="0" marR="0" lvl="3" indent="0" algn="r" rtl="0">
              <a:spcBef>
                <a:spcPts val="0"/>
              </a:spcBef>
              <a:buNone/>
              <a:defRPr sz="1100" b="0" i="0" u="none" strike="noStrike" cap="none">
                <a:solidFill>
                  <a:srgbClr val="F2F2F2"/>
                </a:solidFill>
                <a:latin typeface="Batang"/>
                <a:ea typeface="Batang"/>
                <a:cs typeface="Batang"/>
                <a:sym typeface="Batang"/>
              </a:defRPr>
            </a:lvl4pPr>
            <a:lvl5pPr marL="0" marR="0" lvl="4" indent="0" algn="r" rtl="0">
              <a:spcBef>
                <a:spcPts val="0"/>
              </a:spcBef>
              <a:buNone/>
              <a:defRPr sz="1100" b="0" i="0" u="none" strike="noStrike" cap="none">
                <a:solidFill>
                  <a:srgbClr val="F2F2F2"/>
                </a:solidFill>
                <a:latin typeface="Batang"/>
                <a:ea typeface="Batang"/>
                <a:cs typeface="Batang"/>
                <a:sym typeface="Batang"/>
              </a:defRPr>
            </a:lvl5pPr>
            <a:lvl6pPr marL="0" marR="0" lvl="5" indent="0" algn="r" rtl="0">
              <a:spcBef>
                <a:spcPts val="0"/>
              </a:spcBef>
              <a:buNone/>
              <a:defRPr sz="1100" b="0" i="0" u="none" strike="noStrike" cap="none">
                <a:solidFill>
                  <a:srgbClr val="F2F2F2"/>
                </a:solidFill>
                <a:latin typeface="Batang"/>
                <a:ea typeface="Batang"/>
                <a:cs typeface="Batang"/>
                <a:sym typeface="Batang"/>
              </a:defRPr>
            </a:lvl6pPr>
            <a:lvl7pPr marL="0" marR="0" lvl="6" indent="0" algn="r" rtl="0">
              <a:spcBef>
                <a:spcPts val="0"/>
              </a:spcBef>
              <a:buNone/>
              <a:defRPr sz="1100" b="0" i="0" u="none" strike="noStrike" cap="none">
                <a:solidFill>
                  <a:srgbClr val="F2F2F2"/>
                </a:solidFill>
                <a:latin typeface="Batang"/>
                <a:ea typeface="Batang"/>
                <a:cs typeface="Batang"/>
                <a:sym typeface="Batang"/>
              </a:defRPr>
            </a:lvl7pPr>
            <a:lvl8pPr marL="0" marR="0" lvl="7" indent="0" algn="r" rtl="0">
              <a:spcBef>
                <a:spcPts val="0"/>
              </a:spcBef>
              <a:buNone/>
              <a:defRPr sz="1100" b="0" i="0" u="none" strike="noStrike" cap="none">
                <a:solidFill>
                  <a:srgbClr val="F2F2F2"/>
                </a:solidFill>
                <a:latin typeface="Batang"/>
                <a:ea typeface="Batang"/>
                <a:cs typeface="Batang"/>
                <a:sym typeface="Batang"/>
              </a:defRPr>
            </a:lvl8pPr>
            <a:lvl9pPr marL="0" marR="0" lvl="8" indent="0" algn="r" rtl="0">
              <a:spcBef>
                <a:spcPts val="0"/>
              </a:spcBef>
              <a:buNone/>
              <a:defRPr sz="1100" b="0" i="0" u="none" strike="noStrike" cap="none">
                <a:solidFill>
                  <a:srgbClr val="F2F2F2"/>
                </a:solidFill>
                <a:latin typeface="Batang"/>
                <a:ea typeface="Batang"/>
                <a:cs typeface="Batang"/>
                <a:sym typeface="Batang"/>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qph.cf2.quoracdn.net/main-qimg-3689237bccaa810158485a0f34e8a334-l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Ps8HDIAyPD0&amp;list=PLuHgQVnccGMDeMJsGq2O-55Ymtx0IdKWf&amp;index=1"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Ps8HDIAyPD0&amp;list=PLuHgQVnccGMDeMJsGq2O-55Ymtx0IdKWf&amp;index=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Ps8HDIAyPD0&amp;list=PLuHgQVnccGMDeMJsGq2O-55Ymtx0IdKWf&amp;index=1"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6.jpg"/><Relationship Id="rId4" Type="http://schemas.openxmlformats.org/officeDocument/2006/relationships/hyperlink" Target="https://www.asustor.com/ko/solution/what_is_docker"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docker.com/resources/what-container/"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jp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docker.com/engine/install/ubuntu/"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hub.docker.com/"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cs.docker.com/manual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docs.docker.com/storage/storagedriver/"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docs.docker.com/storage/storagedriver/"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medium.com/@deepakshakya/beginners-guide-to-use-docker-build-run-push-and-pull-4a132c094d75"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4.png"/><Relationship Id="rId7" Type="http://schemas.openxmlformats.org/officeDocument/2006/relationships/hyperlink" Target="https://docs.docker.com/engine/reference/commandline/image_ls/"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hyperlink" Target="https://www.youtube.com/watch?v=EbTJtanJUfE&amp;list=PLuHgQVnccGMDeMJsGq2O-55Ymtx0IdKWf&amp;index=3" TargetMode="External"/><Relationship Id="rId4" Type="http://schemas.openxmlformats.org/officeDocument/2006/relationships/hyperlink" Target="https://www.youtube.com/watch?v=iLcUr0EQdrM&amp;list=PLuHgQVnccGMDeMJsGq2O-55Ymtx0IdKWf&amp;index=4"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hyperlink" Target="https://learn.microsoft.com/ko-kr/dotnet/architecture/microservices/container-docker-introduction/docker-containers-images-registries"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0.png"/><Relationship Id="rId7"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hyperlink" Target="https://www.vmware.com/kr/products/workstation-player/workstation-player-evaluation.html"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4.jpg"/><Relationship Id="rId7"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68.png"/></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hyperlink" Target="https://www.samsungsds.com/kr/insights/220222_kubernetes1.html" TargetMode="External"/><Relationship Id="rId4" Type="http://schemas.openxmlformats.org/officeDocument/2006/relationships/hyperlink" Target="https://kubernetes.io/docs/concepts/overview/"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5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5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dbeaver.io/download/"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hyperlink" Target="https://hub.docker.com/_/mysql" TargetMode="External"/><Relationship Id="rId4" Type="http://schemas.openxmlformats.org/officeDocument/2006/relationships/image" Target="../media/image8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s://robomoan.medium.com/mysql-%EB%8F%84%EC%BB%A4-%EC%BB%A8%ED%85%8C%EC%9D%B4%EB%84%88-%EC%84%A4%EC%B9%98-%ED%9B%84-dbeaver-%EC%97%B0%EA%B2%B0%ED%95%98%EA%B8%B0-cf945454cf1e"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hyperlink" Target="https://learn.microsoft.com/ko-kr/power-bi/transform-model/desktop-relationship-view"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hyperlink" Target="https://mlflow.org/"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0.xml.rels><?xml version="1.0" encoding="UTF-8" standalone="yes"?>
<Relationships xmlns="http://schemas.openxmlformats.org/package/2006/relationships"><Relationship Id="rId3" Type="http://schemas.openxmlformats.org/officeDocument/2006/relationships/hyperlink" Target="http://vision.stanford.edu/teaching/cs231n-demos/knn/"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hyperlink" Target="https://scikit-learn.org/stable/modules/generated/sklearn.neighbors.KNeighborsClassifier.html" TargetMode="External"/><Relationship Id="rId4" Type="http://schemas.openxmlformats.org/officeDocument/2006/relationships/image" Target="../media/image92.png"/></Relationships>
</file>

<file path=ppt/slides/_rels/slide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hyperlink" Target="https://devinlife.com/mlflow/intro-mlflow/"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7.gi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docker-saigon.github.io/post/Docker-Internals/" TargetMode="External"/><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76.xml.rels><?xml version="1.0" encoding="UTF-8" standalone="yes"?>
<Relationships xmlns="http://schemas.openxmlformats.org/package/2006/relationships"><Relationship Id="rId3" Type="http://schemas.openxmlformats.org/officeDocument/2006/relationships/hyperlink" Target="https://dagshub.com/blog/setting-up-data-science-workspace-with-docker/"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99.jpg"/></Relationships>
</file>

<file path=ppt/slides/_rels/slide77.xml.rels><?xml version="1.0" encoding="UTF-8" standalone="yes"?>
<Relationships xmlns="http://schemas.openxmlformats.org/package/2006/relationships"><Relationship Id="rId3" Type="http://schemas.openxmlformats.org/officeDocument/2006/relationships/hyperlink" Target="https://seosh817.tistory.com/tag/docker"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7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www.youtube.com/watch?v=RMNOQXs-f68&amp;list=PLhdkdG5wpxcmrAbjqo2oyfO08X2Li6Uau" TargetMode="External"/><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80.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www.youtube.com/watch?v=prohMhNwZF0&amp;list=PLlTylS8uB2fDLJRJCXqUowsOViG-ZKnWy&amp;index=3"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hyperlink" Target="https://www.youtube.com/watch?v=prohMhNwZF0&amp;list=PLlTylS8uB2fDLJRJCXqUowsOViG-ZKnWy&amp;in" TargetMode="External"/><Relationship Id="rId5" Type="http://schemas.openxmlformats.org/officeDocument/2006/relationships/image" Target="../media/image106.jpg"/><Relationship Id="rId4" Type="http://schemas.openxmlformats.org/officeDocument/2006/relationships/image" Target="../media/image105.png"/></Relationships>
</file>

<file path=ppt/slides/_rels/slide8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hyperlink" Target="https://www.youtube.com/watch?v=prohMhNwZF0&amp;list=PLlTylS8uB2fDLJRJCXqUowsOViG-ZKnWy&amp;index=index"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yuminlee2.medium.com/docker-port-mapping-12dd1d94fa54"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94.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95.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96.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13.png"/></Relationships>
</file>

<file path=ppt/slides/_rels/slide97.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98.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99.xml.rels><?xml version="1.0" encoding="UTF-8" standalone="yes"?>
<Relationships xmlns="http://schemas.openxmlformats.org/package/2006/relationships"><Relationship Id="rId3" Type="http://schemas.openxmlformats.org/officeDocument/2006/relationships/hyperlink" Target="https://www.youtube.com/watch?v=C-bX86AgyiA&amp;t=882s" TargetMode="External"/><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4"/>
        <p:cNvGrpSpPr/>
        <p:nvPr/>
      </p:nvGrpSpPr>
      <p:grpSpPr>
        <a:xfrm>
          <a:off x="0" y="0"/>
          <a:ext cx="0" cy="0"/>
          <a:chOff x="0" y="0"/>
          <a:chExt cx="0" cy="0"/>
        </a:xfrm>
      </p:grpSpPr>
      <p:pic>
        <p:nvPicPr>
          <p:cNvPr id="155" name="Google Shape;155;p1" descr="컵, 커피, 음식, 음료 그림&#10;&#10;자동 생성되는 설명"/>
          <p:cNvPicPr preferRelativeResize="0"/>
          <p:nvPr/>
        </p:nvPicPr>
        <p:blipFill rotWithShape="1">
          <a:blip r:embed="rId4">
            <a:alphaModFix amt="35000"/>
          </a:blip>
          <a:srcRect/>
          <a:stretch/>
        </p:blipFill>
        <p:spPr>
          <a:xfrm>
            <a:off x="20" y="10"/>
            <a:ext cx="12191980" cy="6857990"/>
          </a:xfrm>
          <a:prstGeom prst="rect">
            <a:avLst/>
          </a:prstGeom>
          <a:noFill/>
          <a:ln>
            <a:noFill/>
          </a:ln>
        </p:spPr>
      </p:pic>
      <p:sp>
        <p:nvSpPr>
          <p:cNvPr id="156" name="Google Shape;156;p1"/>
          <p:cNvSpPr txBox="1">
            <a:spLocks noGrp="1"/>
          </p:cNvSpPr>
          <p:nvPr>
            <p:ph type="ctrTitle"/>
          </p:nvPr>
        </p:nvSpPr>
        <p:spPr>
          <a:xfrm>
            <a:off x="1370693" y="1087121"/>
            <a:ext cx="9440034" cy="1351280"/>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2"/>
              </a:buClr>
              <a:buSzPts val="7200"/>
              <a:buFont typeface="Batang"/>
              <a:buNone/>
            </a:pPr>
            <a:r>
              <a:rPr lang="en-US" sz="7200" b="1" dirty="0"/>
              <a:t>Docker</a:t>
            </a:r>
            <a:endParaRPr sz="7200" b="1" dirty="0">
              <a:latin typeface="Batang"/>
              <a:ea typeface="Batang"/>
              <a:cs typeface="Batang"/>
              <a:sym typeface="Batang"/>
            </a:endParaRPr>
          </a:p>
        </p:txBody>
      </p:sp>
      <p:sp>
        <p:nvSpPr>
          <p:cNvPr id="2" name="Google Shape;156;p1">
            <a:extLst>
              <a:ext uri="{FF2B5EF4-FFF2-40B4-BE49-F238E27FC236}">
                <a16:creationId xmlns:a16="http://schemas.microsoft.com/office/drawing/2014/main" id="{7C15BD75-2F3A-C5DF-1FEB-30B288FFB1A3}"/>
              </a:ext>
            </a:extLst>
          </p:cNvPr>
          <p:cNvSpPr txBox="1">
            <a:spLocks/>
          </p:cNvSpPr>
          <p:nvPr/>
        </p:nvSpPr>
        <p:spPr>
          <a:xfrm>
            <a:off x="1370693" y="3743960"/>
            <a:ext cx="9440034" cy="1351280"/>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2"/>
              </a:buClr>
              <a:buSzPts val="5400"/>
              <a:buFont typeface="Batang"/>
              <a:buNone/>
              <a:defRPr sz="5400" b="0" i="0" u="none" strike="noStrike" cap="none">
                <a:solidFill>
                  <a:schemeClr val="lt2"/>
                </a:solidFill>
                <a:latin typeface="Batang"/>
                <a:ea typeface="Batang"/>
                <a:cs typeface="Batang"/>
                <a:sym typeface="Batang"/>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lgn="l">
              <a:lnSpc>
                <a:spcPct val="100000"/>
              </a:lnSpc>
              <a:buSzPts val="7200"/>
            </a:pPr>
            <a:r>
              <a:rPr lang="en-US" sz="3200" b="1" dirty="0">
                <a:latin typeface="D2Coding" panose="020B0609020101020101" pitchFamily="49" charset="-127"/>
                <a:ea typeface="D2Coding" panose="020B0609020101020101" pitchFamily="49" charset="-127"/>
              </a:rPr>
              <a:t>2026 Fall</a:t>
            </a:r>
          </a:p>
          <a:p>
            <a:pPr algn="l">
              <a:lnSpc>
                <a:spcPct val="100000"/>
              </a:lnSpc>
              <a:buSzPts val="7200"/>
            </a:pPr>
            <a:r>
              <a:rPr lang="ko-KR" altLang="en-US" sz="3200" b="1" dirty="0" err="1">
                <a:latin typeface="D2Coding" panose="020B0609020101020101" pitchFamily="49" charset="-127"/>
                <a:ea typeface="D2Coding" panose="020B0609020101020101" pitchFamily="49" charset="-127"/>
              </a:rPr>
              <a:t>조상구교수</a:t>
            </a:r>
            <a:endParaRPr lang="en-US" sz="3200" b="1" dirty="0">
              <a:latin typeface="D2Coding" panose="020B0609020101020101" pitchFamily="49" charset="-127"/>
              <a:ea typeface="D2Coding" panose="020B0609020101020101" pitchFamily="49" charset="-12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2" descr="Is The MCU Mirror dimension a different Universe/Realm/dimension? If Dr.  Strange fought Thor and trapped him in there, would Thor be able to escape  with the Bifrost or like shatter it with"/>
          <p:cNvPicPr preferRelativeResize="0"/>
          <p:nvPr/>
        </p:nvPicPr>
        <p:blipFill rotWithShape="1">
          <a:blip r:embed="rId3">
            <a:alphaModFix/>
          </a:blip>
          <a:srcRect/>
          <a:stretch/>
        </p:blipFill>
        <p:spPr>
          <a:xfrm>
            <a:off x="2153969" y="1749605"/>
            <a:ext cx="7884062" cy="4151574"/>
          </a:xfrm>
          <a:prstGeom prst="rect">
            <a:avLst/>
          </a:prstGeom>
          <a:noFill/>
          <a:ln>
            <a:noFill/>
          </a:ln>
        </p:spPr>
      </p:pic>
      <p:sp>
        <p:nvSpPr>
          <p:cNvPr id="162" name="Google Shape;162;p2"/>
          <p:cNvSpPr txBox="1"/>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b" anchorCtr="0">
            <a:normAutofit lnSpcReduction="10000"/>
          </a:bodyPr>
          <a:lstStyle/>
          <a:p>
            <a:pPr marL="0" marR="0" lvl="0" indent="0" algn="ctr" rtl="0">
              <a:lnSpc>
                <a:spcPct val="90000"/>
              </a:lnSpc>
              <a:spcBef>
                <a:spcPts val="0"/>
              </a:spcBef>
              <a:spcAft>
                <a:spcPts val="0"/>
              </a:spcAft>
              <a:buClr>
                <a:schemeClr val="lt2"/>
              </a:buClr>
              <a:buSzPts val="5400"/>
              <a:buFont typeface="Batang"/>
              <a:buNone/>
            </a:pPr>
            <a:r>
              <a:rPr lang="en-US" sz="5400" b="0" i="0" u="none" strike="noStrike" cap="none">
                <a:solidFill>
                  <a:schemeClr val="lt2"/>
                </a:solidFill>
                <a:latin typeface="Batang"/>
                <a:ea typeface="Batang"/>
                <a:cs typeface="Batang"/>
                <a:sym typeface="Batang"/>
              </a:rPr>
              <a:t>Mirror dimension</a:t>
            </a:r>
            <a:endParaRPr sz="5400" b="0" i="0" u="none" strike="noStrike" cap="none">
              <a:solidFill>
                <a:schemeClr val="lt2"/>
              </a:solidFill>
              <a:latin typeface="Batang"/>
              <a:ea typeface="Batang"/>
              <a:cs typeface="Batang"/>
              <a:sym typeface="Batang"/>
            </a:endParaRPr>
          </a:p>
        </p:txBody>
      </p:sp>
      <p:sp>
        <p:nvSpPr>
          <p:cNvPr id="163" name="Google Shape;163;p2"/>
          <p:cNvSpPr txBox="1"/>
          <p:nvPr/>
        </p:nvSpPr>
        <p:spPr>
          <a:xfrm>
            <a:off x="709368" y="1023813"/>
            <a:ext cx="10558189" cy="40011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FFFF00"/>
              </a:buClr>
              <a:buSzPts val="2000"/>
              <a:buFont typeface="Noto Sans Symbols"/>
              <a:buChar char="❖"/>
            </a:pPr>
            <a:r>
              <a:rPr lang="en-US" sz="2000" b="1" i="0" u="none" strike="noStrike" cap="none">
                <a:solidFill>
                  <a:srgbClr val="FFFF00"/>
                </a:solidFill>
                <a:latin typeface="Batang"/>
                <a:ea typeface="Batang"/>
                <a:cs typeface="Batang"/>
                <a:sym typeface="Batang"/>
              </a:rPr>
              <a:t>Is the Mirror dimension a different Universe/Realm/dimension?</a:t>
            </a:r>
            <a:endParaRPr sz="5400" b="1" i="0" u="none" strike="noStrike" cap="none">
              <a:solidFill>
                <a:srgbClr val="FFFF00"/>
              </a:solidFill>
              <a:latin typeface="Batang"/>
              <a:ea typeface="Batang"/>
              <a:cs typeface="Batang"/>
              <a:sym typeface="Batang"/>
            </a:endParaRPr>
          </a:p>
        </p:txBody>
      </p:sp>
      <p:sp>
        <p:nvSpPr>
          <p:cNvPr id="164" name="Google Shape;164;p2"/>
          <p:cNvSpPr txBox="1"/>
          <p:nvPr/>
        </p:nvSpPr>
        <p:spPr>
          <a:xfrm>
            <a:off x="2066827" y="5973940"/>
            <a:ext cx="864202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sng" strike="noStrike" cap="none">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https://qph.cf2.quoracdn.net/main-qimg-3689237bccaa810158485a0f34e8a334-lq</a:t>
            </a:r>
            <a:r>
              <a:rPr lang="en-US" sz="1200" b="0" i="0" u="none" strike="noStrike" cap="none">
                <a:solidFill>
                  <a:schemeClr val="lt1"/>
                </a:solidFill>
                <a:latin typeface="Sorts Mill Goudy"/>
                <a:ea typeface="Sorts Mill Goudy"/>
                <a:cs typeface="Sorts Mill Goudy"/>
                <a:sym typeface="Sorts Mill Goudy"/>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172" name="Google Shape;172;p3"/>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b="1" u="sng">
                <a:solidFill>
                  <a:srgbClr val="FFFF00"/>
                </a:solidFill>
              </a:rPr>
              <a:t>Introduction of Docker</a:t>
            </a:r>
            <a:endParaRPr/>
          </a:p>
          <a:p>
            <a:pPr marL="342900" lvl="0" indent="-306022" algn="l" rtl="0">
              <a:lnSpc>
                <a:spcPct val="200000"/>
              </a:lnSpc>
              <a:spcBef>
                <a:spcPts val="956"/>
              </a:spcBef>
              <a:spcAft>
                <a:spcPts val="0"/>
              </a:spcAft>
              <a:buSzPct val="70000"/>
              <a:buChar char="◈"/>
            </a:pPr>
            <a:r>
              <a:rPr lang="en-US"/>
              <a:t>Understanding Docker</a:t>
            </a:r>
            <a:endParaRPr/>
          </a:p>
          <a:p>
            <a:pPr marL="342900" lvl="0" indent="-306022" algn="l" rtl="0">
              <a:lnSpc>
                <a:spcPct val="200000"/>
              </a:lnSpc>
              <a:spcBef>
                <a:spcPts val="956"/>
              </a:spcBef>
              <a:spcAft>
                <a:spcPts val="0"/>
              </a:spcAft>
              <a:buSzPct val="70000"/>
              <a:buChar char="◈"/>
            </a:pPr>
            <a:r>
              <a:rPr lang="en-US"/>
              <a:t>Docker 실습하기</a:t>
            </a:r>
            <a:endParaRPr/>
          </a:p>
          <a:p>
            <a:pPr marL="342900" lvl="0" indent="-306022" algn="l" rtl="0">
              <a:lnSpc>
                <a:spcPct val="200000"/>
              </a:lnSpc>
              <a:spcBef>
                <a:spcPts val="956"/>
              </a:spcBef>
              <a:spcAft>
                <a:spcPts val="0"/>
              </a:spcAft>
              <a:buSzPct val="70000"/>
              <a:buChar char="◈"/>
            </a:pPr>
            <a:r>
              <a:rPr lang="en-US"/>
              <a:t>Docker 용어 및 개념 분류</a:t>
            </a:r>
            <a:endParaRPr/>
          </a:p>
          <a:p>
            <a:pPr marL="342900" lvl="0" indent="-306022" algn="l" rtl="0">
              <a:lnSpc>
                <a:spcPct val="200000"/>
              </a:lnSpc>
              <a:spcBef>
                <a:spcPts val="956"/>
              </a:spcBef>
              <a:spcAft>
                <a:spcPts val="0"/>
              </a:spcAft>
              <a:buSzPct val="70000"/>
              <a:buChar char="◈"/>
            </a:pPr>
            <a:r>
              <a:rPr lang="en-US"/>
              <a:t>Docker Mechanism</a:t>
            </a:r>
            <a:endParaRPr/>
          </a:p>
          <a:p>
            <a:pPr marL="342900" lvl="0" indent="-306022" algn="l" rtl="0">
              <a:lnSpc>
                <a:spcPct val="200000"/>
              </a:lnSpc>
              <a:spcBef>
                <a:spcPts val="956"/>
              </a:spcBef>
              <a:spcAft>
                <a:spcPts val="0"/>
              </a:spcAft>
              <a:buSzPct val="70000"/>
              <a:buChar char="◈"/>
            </a:pPr>
            <a:r>
              <a:rPr lang="en-US"/>
              <a:t>Docker와 가상머신(VM)</a:t>
            </a:r>
            <a:endParaRPr/>
          </a:p>
          <a:p>
            <a:pPr marL="342900" lvl="0" indent="-306022" algn="l" rtl="0">
              <a:lnSpc>
                <a:spcPct val="200000"/>
              </a:lnSpc>
              <a:spcBef>
                <a:spcPts val="956"/>
              </a:spcBef>
              <a:spcAft>
                <a:spcPts val="0"/>
              </a:spcAft>
              <a:buSzPct val="70000"/>
              <a:buChar char="◈"/>
            </a:pPr>
            <a:r>
              <a:rPr lang="en-US"/>
              <a:t>2학기 개발환경 구성도</a:t>
            </a:r>
            <a:endParaRPr/>
          </a:p>
        </p:txBody>
      </p:sp>
      <p:sp>
        <p:nvSpPr>
          <p:cNvPr id="173" name="Google Shape;173;p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
          <p:cNvSpPr txBox="1">
            <a:spLocks noGrp="1"/>
          </p:cNvSpPr>
          <p:nvPr>
            <p:ph type="title"/>
          </p:nvPr>
        </p:nvSpPr>
        <p:spPr>
          <a:xfrm>
            <a:off x="913795" y="112706"/>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Why SW Virtualization ?</a:t>
            </a:r>
            <a:endParaRPr/>
          </a:p>
        </p:txBody>
      </p:sp>
      <p:sp>
        <p:nvSpPr>
          <p:cNvPr id="179" name="Google Shape;179;p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80" name="Google Shape;180;p4"/>
          <p:cNvSpPr txBox="1"/>
          <p:nvPr/>
        </p:nvSpPr>
        <p:spPr>
          <a:xfrm>
            <a:off x="773721" y="1559599"/>
            <a:ext cx="10934701" cy="133882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Different Programming Language versions : java, python</a:t>
            </a:r>
            <a:endParaRPr/>
          </a:p>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Different Data Base versions : MySQL, Postgres, Maria DB, Mongo DB</a:t>
            </a:r>
            <a:endParaRPr sz="1800">
              <a:solidFill>
                <a:schemeClr val="lt2"/>
              </a:solidFill>
              <a:latin typeface="Batang"/>
              <a:ea typeface="Batang"/>
              <a:cs typeface="Batang"/>
              <a:sym typeface="Batang"/>
            </a:endParaRPr>
          </a:p>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Different Operating Systems (OS application Interface, OS Kernel) : Win, Mac, Linux</a:t>
            </a:r>
            <a:endParaRPr sz="1800">
              <a:solidFill>
                <a:schemeClr val="lt2"/>
              </a:solidFill>
              <a:latin typeface="Batang"/>
              <a:ea typeface="Batang"/>
              <a:cs typeface="Batang"/>
              <a:sym typeface="Batang"/>
            </a:endParaRPr>
          </a:p>
        </p:txBody>
      </p:sp>
      <p:sp>
        <p:nvSpPr>
          <p:cNvPr id="181" name="Google Shape;181;p4"/>
          <p:cNvSpPr txBox="1"/>
          <p:nvPr/>
        </p:nvSpPr>
        <p:spPr>
          <a:xfrm>
            <a:off x="773721" y="4017146"/>
            <a:ext cx="10934701" cy="175432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의존성(Dependency)를 줄이고 독립(격리)시키는 것이 어떨까?</a:t>
            </a:r>
            <a:endParaRPr/>
          </a:p>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물리적 독립이 아니라 논리적 가상적(Virtualization) 독립?</a:t>
            </a:r>
            <a:endParaRPr/>
          </a:p>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가상화가 가능하다면 누구에게나 배포가 가능</a:t>
            </a:r>
            <a:endParaRPr sz="1800">
              <a:solidFill>
                <a:schemeClr val="lt2"/>
              </a:solidFill>
              <a:latin typeface="Batang"/>
              <a:ea typeface="Batang"/>
              <a:cs typeface="Batang"/>
              <a:sym typeface="Batang"/>
            </a:endParaRPr>
          </a:p>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Binary File(bin), Library(lib)만 Image로 만들어 Containing하면 어떨까?</a:t>
            </a:r>
            <a:endParaRPr sz="1800">
              <a:solidFill>
                <a:schemeClr val="lt2"/>
              </a:solidFill>
              <a:latin typeface="Batang"/>
              <a:ea typeface="Batang"/>
              <a:cs typeface="Batang"/>
              <a:sym typeface="Batang"/>
            </a:endParaRPr>
          </a:p>
        </p:txBody>
      </p:sp>
      <p:cxnSp>
        <p:nvCxnSpPr>
          <p:cNvPr id="182" name="Google Shape;182;p4"/>
          <p:cNvCxnSpPr/>
          <p:nvPr/>
        </p:nvCxnSpPr>
        <p:spPr>
          <a:xfrm>
            <a:off x="4985238" y="3182815"/>
            <a:ext cx="0" cy="624254"/>
          </a:xfrm>
          <a:prstGeom prst="straightConnector1">
            <a:avLst/>
          </a:prstGeom>
          <a:noFill/>
          <a:ln w="28575" cap="flat" cmpd="sng">
            <a:solidFill>
              <a:schemeClr val="lt1"/>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5"/>
          <p:cNvSpPr txBox="1">
            <a:spLocks noGrp="1"/>
          </p:cNvSpPr>
          <p:nvPr>
            <p:ph type="title"/>
          </p:nvPr>
        </p:nvSpPr>
        <p:spPr>
          <a:xfrm>
            <a:off x="913795" y="112706"/>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사진기로 사진찍고 인화하기 </a:t>
            </a:r>
            <a:endParaRPr/>
          </a:p>
        </p:txBody>
      </p:sp>
      <p:sp>
        <p:nvSpPr>
          <p:cNvPr id="188" name="Google Shape;188;p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89" name="Google Shape;189;p5" descr="사람의 손에 검은 니콘 DSLR 카메라"/>
          <p:cNvPicPr preferRelativeResize="0"/>
          <p:nvPr/>
        </p:nvPicPr>
        <p:blipFill rotWithShape="1">
          <a:blip r:embed="rId3">
            <a:alphaModFix/>
          </a:blip>
          <a:srcRect/>
          <a:stretch/>
        </p:blipFill>
        <p:spPr>
          <a:xfrm>
            <a:off x="853098" y="1872760"/>
            <a:ext cx="2508739" cy="3763109"/>
          </a:xfrm>
          <a:prstGeom prst="rect">
            <a:avLst/>
          </a:prstGeom>
          <a:noFill/>
          <a:ln>
            <a:noFill/>
          </a:ln>
        </p:spPr>
      </p:pic>
      <p:pic>
        <p:nvPicPr>
          <p:cNvPr id="190" name="Google Shape;190;p5" descr="창문 앞 빨랫줄에 걸려 있는 옷"/>
          <p:cNvPicPr preferRelativeResize="0"/>
          <p:nvPr/>
        </p:nvPicPr>
        <p:blipFill rotWithShape="1">
          <a:blip r:embed="rId4">
            <a:alphaModFix/>
          </a:blip>
          <a:srcRect/>
          <a:stretch/>
        </p:blipFill>
        <p:spPr>
          <a:xfrm>
            <a:off x="4498976" y="2483123"/>
            <a:ext cx="2493483" cy="1663153"/>
          </a:xfrm>
          <a:prstGeom prst="rect">
            <a:avLst/>
          </a:prstGeom>
          <a:noFill/>
          <a:ln>
            <a:noFill/>
          </a:ln>
        </p:spPr>
      </p:pic>
      <p:pic>
        <p:nvPicPr>
          <p:cNvPr id="191" name="Google Shape;191;p5" descr="해질녘 나하가르 요새에서 바라본 자이푸르의 조감도"/>
          <p:cNvPicPr preferRelativeResize="0"/>
          <p:nvPr/>
        </p:nvPicPr>
        <p:blipFill rotWithShape="1">
          <a:blip r:embed="rId5">
            <a:alphaModFix/>
          </a:blip>
          <a:srcRect/>
          <a:stretch/>
        </p:blipFill>
        <p:spPr>
          <a:xfrm>
            <a:off x="8499474" y="1248505"/>
            <a:ext cx="2161829" cy="1441940"/>
          </a:xfrm>
          <a:prstGeom prst="rect">
            <a:avLst/>
          </a:prstGeom>
          <a:noFill/>
          <a:ln>
            <a:noFill/>
          </a:ln>
        </p:spPr>
      </p:pic>
      <p:pic>
        <p:nvPicPr>
          <p:cNvPr id="192" name="Google Shape;192;p5" descr="해질녘 나하가르 요새에서 바라본 자이푸르의 조감도"/>
          <p:cNvPicPr preferRelativeResize="0"/>
          <p:nvPr/>
        </p:nvPicPr>
        <p:blipFill rotWithShape="1">
          <a:blip r:embed="rId5">
            <a:alphaModFix/>
          </a:blip>
          <a:srcRect/>
          <a:stretch/>
        </p:blipFill>
        <p:spPr>
          <a:xfrm>
            <a:off x="8651874" y="1400905"/>
            <a:ext cx="2161829" cy="1441940"/>
          </a:xfrm>
          <a:prstGeom prst="rect">
            <a:avLst/>
          </a:prstGeom>
          <a:noFill/>
          <a:ln>
            <a:noFill/>
          </a:ln>
        </p:spPr>
      </p:pic>
      <p:pic>
        <p:nvPicPr>
          <p:cNvPr id="193" name="Google Shape;193;p5" descr="해질녘 나하가르 요새에서 바라본 자이푸르의 조감도"/>
          <p:cNvPicPr preferRelativeResize="0"/>
          <p:nvPr/>
        </p:nvPicPr>
        <p:blipFill rotWithShape="1">
          <a:blip r:embed="rId5">
            <a:alphaModFix/>
          </a:blip>
          <a:srcRect/>
          <a:stretch/>
        </p:blipFill>
        <p:spPr>
          <a:xfrm>
            <a:off x="8804274" y="1553305"/>
            <a:ext cx="2161829" cy="1441940"/>
          </a:xfrm>
          <a:prstGeom prst="rect">
            <a:avLst/>
          </a:prstGeom>
          <a:noFill/>
          <a:ln>
            <a:noFill/>
          </a:ln>
        </p:spPr>
      </p:pic>
      <p:pic>
        <p:nvPicPr>
          <p:cNvPr id="194" name="Google Shape;194;p5" descr="해질녘 나하가르 요새에서 바라본 자이푸르의 조감도"/>
          <p:cNvPicPr preferRelativeResize="0"/>
          <p:nvPr/>
        </p:nvPicPr>
        <p:blipFill rotWithShape="1">
          <a:blip r:embed="rId5">
            <a:alphaModFix/>
          </a:blip>
          <a:srcRect/>
          <a:stretch/>
        </p:blipFill>
        <p:spPr>
          <a:xfrm>
            <a:off x="8956674" y="1705705"/>
            <a:ext cx="2161829" cy="1441940"/>
          </a:xfrm>
          <a:prstGeom prst="rect">
            <a:avLst/>
          </a:prstGeom>
          <a:noFill/>
          <a:ln>
            <a:noFill/>
          </a:ln>
        </p:spPr>
      </p:pic>
      <p:pic>
        <p:nvPicPr>
          <p:cNvPr id="195" name="Google Shape;195;p5" descr="낮에는 해변에 있는 갈색 나무 계단"/>
          <p:cNvPicPr preferRelativeResize="0"/>
          <p:nvPr/>
        </p:nvPicPr>
        <p:blipFill rotWithShape="1">
          <a:blip r:embed="rId6">
            <a:alphaModFix/>
          </a:blip>
          <a:srcRect/>
          <a:stretch/>
        </p:blipFill>
        <p:spPr>
          <a:xfrm>
            <a:off x="8499474" y="3628109"/>
            <a:ext cx="1557337" cy="2336005"/>
          </a:xfrm>
          <a:prstGeom prst="rect">
            <a:avLst/>
          </a:prstGeom>
          <a:noFill/>
          <a:ln>
            <a:noFill/>
          </a:ln>
        </p:spPr>
      </p:pic>
      <p:pic>
        <p:nvPicPr>
          <p:cNvPr id="196" name="Google Shape;196;p5" descr="낮에는 해변에 있는 갈색 나무 계단"/>
          <p:cNvPicPr preferRelativeResize="0"/>
          <p:nvPr/>
        </p:nvPicPr>
        <p:blipFill rotWithShape="1">
          <a:blip r:embed="rId6">
            <a:alphaModFix/>
          </a:blip>
          <a:srcRect/>
          <a:stretch/>
        </p:blipFill>
        <p:spPr>
          <a:xfrm>
            <a:off x="8651874" y="3780509"/>
            <a:ext cx="1557337" cy="2336005"/>
          </a:xfrm>
          <a:prstGeom prst="rect">
            <a:avLst/>
          </a:prstGeom>
          <a:noFill/>
          <a:ln>
            <a:noFill/>
          </a:ln>
        </p:spPr>
      </p:pic>
      <p:pic>
        <p:nvPicPr>
          <p:cNvPr id="197" name="Google Shape;197;p5" descr="낮에는 해변에 있는 갈색 나무 계단"/>
          <p:cNvPicPr preferRelativeResize="0"/>
          <p:nvPr/>
        </p:nvPicPr>
        <p:blipFill rotWithShape="1">
          <a:blip r:embed="rId6">
            <a:alphaModFix/>
          </a:blip>
          <a:srcRect/>
          <a:stretch/>
        </p:blipFill>
        <p:spPr>
          <a:xfrm>
            <a:off x="8804274" y="3932909"/>
            <a:ext cx="1557337" cy="2336005"/>
          </a:xfrm>
          <a:prstGeom prst="rect">
            <a:avLst/>
          </a:prstGeom>
          <a:noFill/>
          <a:ln>
            <a:noFill/>
          </a:ln>
        </p:spPr>
      </p:pic>
      <p:pic>
        <p:nvPicPr>
          <p:cNvPr id="198" name="Google Shape;198;p5" descr="낮에는 해변에 있는 갈색 나무 계단"/>
          <p:cNvPicPr preferRelativeResize="0"/>
          <p:nvPr/>
        </p:nvPicPr>
        <p:blipFill rotWithShape="1">
          <a:blip r:embed="rId6">
            <a:alphaModFix/>
          </a:blip>
          <a:srcRect/>
          <a:stretch/>
        </p:blipFill>
        <p:spPr>
          <a:xfrm>
            <a:off x="8956674" y="4085309"/>
            <a:ext cx="1557337" cy="2336005"/>
          </a:xfrm>
          <a:prstGeom prst="rect">
            <a:avLst/>
          </a:prstGeom>
          <a:noFill/>
          <a:ln>
            <a:noFill/>
          </a:ln>
        </p:spPr>
      </p:pic>
      <p:cxnSp>
        <p:nvCxnSpPr>
          <p:cNvPr id="199" name="Google Shape;199;p5"/>
          <p:cNvCxnSpPr/>
          <p:nvPr/>
        </p:nvCxnSpPr>
        <p:spPr>
          <a:xfrm rot="10800000" flipH="1">
            <a:off x="3649052" y="3467100"/>
            <a:ext cx="386862" cy="8611"/>
          </a:xfrm>
          <a:prstGeom prst="straightConnector1">
            <a:avLst/>
          </a:prstGeom>
          <a:noFill/>
          <a:ln w="28575" cap="flat" cmpd="sng">
            <a:solidFill>
              <a:schemeClr val="lt1"/>
            </a:solidFill>
            <a:prstDash val="solid"/>
            <a:round/>
            <a:headEnd type="none" w="sm" len="sm"/>
            <a:tailEnd type="triangle" w="med" len="med"/>
          </a:ln>
        </p:spPr>
      </p:cxnSp>
      <p:cxnSp>
        <p:nvCxnSpPr>
          <p:cNvPr id="200" name="Google Shape;200;p5"/>
          <p:cNvCxnSpPr/>
          <p:nvPr/>
        </p:nvCxnSpPr>
        <p:spPr>
          <a:xfrm rot="10800000" flipH="1">
            <a:off x="7546973" y="3408485"/>
            <a:ext cx="386862" cy="8611"/>
          </a:xfrm>
          <a:prstGeom prst="straightConnector1">
            <a:avLst/>
          </a:prstGeom>
          <a:noFill/>
          <a:ln w="28575" cap="flat" cmpd="sng">
            <a:solidFill>
              <a:schemeClr val="lt1"/>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91"/>
                                        </p:tgtEl>
                                        <p:attrNameLst>
                                          <p:attrName>style.visibility</p:attrName>
                                        </p:attrNameLst>
                                      </p:cBhvr>
                                      <p:to>
                                        <p:strVal val="visible"/>
                                      </p:to>
                                    </p:set>
                                    <p:anim calcmode="lin" valueType="num">
                                      <p:cBhvr additive="base">
                                        <p:cTn id="11" dur="500"/>
                                        <p:tgtEl>
                                          <p:spTgt spid="191"/>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3"/>
                                        </p:tgtEl>
                                        <p:attrNameLst>
                                          <p:attrName>style.visibility</p:attrName>
                                        </p:attrNameLst>
                                      </p:cBhvr>
                                      <p:to>
                                        <p:strVal val="visible"/>
                                      </p:to>
                                    </p:set>
                                    <p:animEffect transition="in" filter="fade">
                                      <p:cBhvr>
                                        <p:cTn id="20" dur="500"/>
                                        <p:tgtEl>
                                          <p:spTgt spid="19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94"/>
                                        </p:tgtEl>
                                        <p:attrNameLst>
                                          <p:attrName>style.visibility</p:attrName>
                                        </p:attrNameLst>
                                      </p:cBhvr>
                                      <p:to>
                                        <p:strVal val="visible"/>
                                      </p:to>
                                    </p:set>
                                    <p:animEffect transition="in" filter="fade">
                                      <p:cBhvr>
                                        <p:cTn id="25" dur="2000"/>
                                        <p:tgtEl>
                                          <p:spTgt spid="19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9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96"/>
                                        </p:tgtEl>
                                        <p:attrNameLst>
                                          <p:attrName>style.visibility</p:attrName>
                                        </p:attrNameLst>
                                      </p:cBhvr>
                                      <p:to>
                                        <p:strVal val="visible"/>
                                      </p:to>
                                    </p:set>
                                    <p:animEffect transition="in" filter="fade">
                                      <p:cBhvr>
                                        <p:cTn id="34" dur="1000"/>
                                        <p:tgtEl>
                                          <p:spTgt spid="19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7"/>
                                        </p:tgtEl>
                                        <p:attrNameLst>
                                          <p:attrName>style.visibility</p:attrName>
                                        </p:attrNameLst>
                                      </p:cBhvr>
                                      <p:to>
                                        <p:strVal val="visible"/>
                                      </p:to>
                                    </p:set>
                                    <p:animEffect transition="in" filter="fade">
                                      <p:cBhvr>
                                        <p:cTn id="39" dur="500"/>
                                        <p:tgtEl>
                                          <p:spTgt spid="19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8"/>
                                        </p:tgtEl>
                                        <p:attrNameLst>
                                          <p:attrName>style.visibility</p:attrName>
                                        </p:attrNameLst>
                                      </p:cBhvr>
                                      <p:to>
                                        <p:strVal val="visible"/>
                                      </p:to>
                                    </p:set>
                                    <p:animEffect transition="in" filter="fade">
                                      <p:cBhvr>
                                        <p:cTn id="44" dur="1822"/>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5"/>
          <p:cNvSpPr txBox="1">
            <a:spLocks noGrp="1"/>
          </p:cNvSpPr>
          <p:nvPr>
            <p:ph type="title"/>
          </p:nvPr>
        </p:nvSpPr>
        <p:spPr>
          <a:xfrm>
            <a:off x="913795" y="112706"/>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r>
              <a:rPr lang="ko-KR" altLang="en-US" dirty="0"/>
              <a:t>가상화</a:t>
            </a:r>
            <a:r>
              <a:rPr lang="en-US" altLang="ko-KR" dirty="0"/>
              <a:t>(</a:t>
            </a:r>
            <a:r>
              <a:rPr lang="en-US" altLang="ko-KR" dirty="0" err="1"/>
              <a:t>Virtualizaion</a:t>
            </a:r>
            <a:r>
              <a:rPr lang="en-US" altLang="ko-KR" dirty="0"/>
              <a:t>)</a:t>
            </a:r>
            <a:endParaRPr dirty="0"/>
          </a:p>
        </p:txBody>
      </p:sp>
      <p:sp>
        <p:nvSpPr>
          <p:cNvPr id="188" name="Google Shape;188;p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4" name="Google Shape;213;p6">
            <a:extLst>
              <a:ext uri="{FF2B5EF4-FFF2-40B4-BE49-F238E27FC236}">
                <a16:creationId xmlns:a16="http://schemas.microsoft.com/office/drawing/2014/main" id="{4E1A47E9-35C4-0260-A6A3-BF25DA21BECC}"/>
              </a:ext>
            </a:extLst>
          </p:cNvPr>
          <p:cNvSpPr txBox="1"/>
          <p:nvPr/>
        </p:nvSpPr>
        <p:spPr>
          <a:xfrm>
            <a:off x="623325" y="997122"/>
            <a:ext cx="10934701" cy="923289"/>
          </a:xfrm>
          <a:prstGeom prst="rect">
            <a:avLst/>
          </a:prstGeom>
          <a:noFill/>
          <a:ln>
            <a:noFill/>
          </a:ln>
        </p:spPr>
        <p:txBody>
          <a:bodyPr spcFirstLastPara="1" wrap="square" lIns="91425" tIns="45700" rIns="91425" bIns="45700" anchor="t" anchorCtr="0">
            <a:spAutoFit/>
          </a:bodyPr>
          <a:lstStyle/>
          <a:p>
            <a:pPr marL="285750" indent="-285750">
              <a:lnSpc>
                <a:spcPct val="150000"/>
              </a:lnSpc>
              <a:buClr>
                <a:schemeClr val="lt2"/>
              </a:buClr>
              <a:buSzPts val="1600"/>
              <a:buFont typeface="Noto Sans Symbols"/>
              <a:buChar char="❖"/>
            </a:pPr>
            <a:r>
              <a:rPr lang="ko-KR" altLang="en-US" sz="1800" dirty="0" err="1">
                <a:solidFill>
                  <a:schemeClr val="lt2"/>
                </a:solidFill>
                <a:latin typeface="Batang"/>
                <a:ea typeface="Batang"/>
              </a:rPr>
              <a:t>가상화란</a:t>
            </a:r>
            <a:r>
              <a:rPr lang="ko-KR" altLang="en-US" sz="1800" dirty="0">
                <a:solidFill>
                  <a:schemeClr val="lt2"/>
                </a:solidFill>
                <a:latin typeface="Batang"/>
                <a:ea typeface="Batang"/>
              </a:rPr>
              <a:t> 컴퓨터 자원을 가상 환경으로 분리하여 프로그램들이 상호 충돌없이 실행 가능하도록 하는 아키텍처 기술</a:t>
            </a:r>
          </a:p>
        </p:txBody>
      </p:sp>
      <p:pic>
        <p:nvPicPr>
          <p:cNvPr id="1028" name="Picture 4" descr="가상화 개념(Virtualization)">
            <a:extLst>
              <a:ext uri="{FF2B5EF4-FFF2-40B4-BE49-F238E27FC236}">
                <a16:creationId xmlns:a16="http://schemas.microsoft.com/office/drawing/2014/main" id="{ECB0EA80-DE4C-4F7E-866E-8F39DDAC65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7469" y="2455014"/>
            <a:ext cx="6631781" cy="3237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970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5"/>
          <p:cNvSpPr txBox="1">
            <a:spLocks noGrp="1"/>
          </p:cNvSpPr>
          <p:nvPr>
            <p:ph type="title"/>
          </p:nvPr>
        </p:nvSpPr>
        <p:spPr>
          <a:xfrm>
            <a:off x="913795" y="112706"/>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r>
              <a:rPr lang="ko-KR" altLang="en-US" dirty="0"/>
              <a:t>가상화</a:t>
            </a:r>
            <a:r>
              <a:rPr lang="en-US" altLang="ko-KR" dirty="0"/>
              <a:t>(</a:t>
            </a:r>
            <a:r>
              <a:rPr lang="en-US" altLang="ko-KR" dirty="0" err="1"/>
              <a:t>Virtualizaion</a:t>
            </a:r>
            <a:r>
              <a:rPr lang="en-US" altLang="ko-KR" dirty="0"/>
              <a:t>) </a:t>
            </a:r>
            <a:r>
              <a:rPr lang="ko-KR" altLang="en-US" dirty="0"/>
              <a:t>종류</a:t>
            </a:r>
            <a:endParaRPr dirty="0"/>
          </a:p>
        </p:txBody>
      </p:sp>
      <p:sp>
        <p:nvSpPr>
          <p:cNvPr id="188" name="Google Shape;188;p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2" name="Google Shape;960;p66">
            <a:extLst>
              <a:ext uri="{FF2B5EF4-FFF2-40B4-BE49-F238E27FC236}">
                <a16:creationId xmlns:a16="http://schemas.microsoft.com/office/drawing/2014/main" id="{9A5E0F03-033D-5F9B-F9D6-8922F594B74B}"/>
              </a:ext>
            </a:extLst>
          </p:cNvPr>
          <p:cNvSpPr txBox="1"/>
          <p:nvPr/>
        </p:nvSpPr>
        <p:spPr>
          <a:xfrm>
            <a:off x="785998" y="1396493"/>
            <a:ext cx="10951590" cy="4385776"/>
          </a:xfrm>
          <a:prstGeom prst="rect">
            <a:avLst/>
          </a:prstGeom>
          <a:noFill/>
          <a:ln>
            <a:noFill/>
          </a:ln>
        </p:spPr>
        <p:txBody>
          <a:bodyPr spcFirstLastPara="1" wrap="square" lIns="91425" tIns="45700" rIns="91425" bIns="45700" anchor="t" anchorCtr="0">
            <a:spAutoFit/>
          </a:bodyPr>
          <a:lstStyle/>
          <a:p>
            <a:pPr marR="0" lvl="0" algn="l" rtl="0">
              <a:lnSpc>
                <a:spcPct val="150000"/>
              </a:lnSpc>
              <a:spcBef>
                <a:spcPts val="0"/>
              </a:spcBef>
              <a:spcAft>
                <a:spcPts val="0"/>
              </a:spcAft>
              <a:buClr>
                <a:schemeClr val="lt2"/>
              </a:buClr>
              <a:buSzPts val="1800"/>
            </a:pPr>
            <a:r>
              <a:rPr lang="en-US" altLang="ko-KR" sz="1800" b="1" dirty="0">
                <a:solidFill>
                  <a:schemeClr val="lt2"/>
                </a:solidFill>
                <a:latin typeface="Batang"/>
                <a:ea typeface="Batang"/>
                <a:cs typeface="Batang"/>
                <a:sym typeface="Batang"/>
              </a:rPr>
              <a:t>1. OS </a:t>
            </a:r>
            <a:r>
              <a:rPr lang="ko-KR" altLang="en-US" sz="1800" b="1" dirty="0">
                <a:solidFill>
                  <a:schemeClr val="lt2"/>
                </a:solidFill>
                <a:latin typeface="Batang"/>
                <a:ea typeface="Batang"/>
                <a:cs typeface="Batang"/>
                <a:sym typeface="Batang"/>
              </a:rPr>
              <a:t>수준 가상화 </a:t>
            </a:r>
            <a:r>
              <a:rPr lang="en-US" altLang="ko-KR" sz="1800" b="1" dirty="0">
                <a:solidFill>
                  <a:schemeClr val="lt2"/>
                </a:solidFill>
                <a:latin typeface="Batang"/>
                <a:ea typeface="Batang"/>
                <a:cs typeface="Batang"/>
                <a:sym typeface="Batang"/>
              </a:rPr>
              <a:t>- (docker)</a:t>
            </a:r>
          </a:p>
          <a:p>
            <a:pPr marL="285750" lvl="8" indent="-285750">
              <a:lnSpc>
                <a:spcPct val="150000"/>
              </a:lnSpc>
              <a:buClr>
                <a:schemeClr val="lt2"/>
              </a:buClr>
              <a:buSzPts val="1800"/>
              <a:buFont typeface="Noto Sans Symbols"/>
              <a:buChar char="❖"/>
            </a:pPr>
            <a:r>
              <a:rPr lang="ko-KR" altLang="en-US" sz="1600" dirty="0">
                <a:solidFill>
                  <a:schemeClr val="lt2"/>
                </a:solidFill>
                <a:latin typeface="Batang"/>
                <a:ea typeface="Batang"/>
                <a:cs typeface="Batang"/>
                <a:sym typeface="Batang"/>
              </a:rPr>
              <a:t>하나의 </a:t>
            </a:r>
            <a:r>
              <a:rPr lang="en-US" altLang="ko-KR" sz="1600" dirty="0">
                <a:solidFill>
                  <a:schemeClr val="lt2"/>
                </a:solidFill>
                <a:latin typeface="Batang"/>
                <a:ea typeface="Batang"/>
                <a:cs typeface="Batang"/>
                <a:sym typeface="Batang"/>
              </a:rPr>
              <a:t>OS </a:t>
            </a:r>
            <a:r>
              <a:rPr lang="ko-KR" altLang="en-US" sz="1600" dirty="0">
                <a:solidFill>
                  <a:schemeClr val="lt2"/>
                </a:solidFill>
                <a:latin typeface="Batang"/>
                <a:ea typeface="Batang"/>
                <a:cs typeface="Batang"/>
                <a:sym typeface="Batang"/>
              </a:rPr>
              <a:t>커널을 여러 개의 공간으로 격리하여 각각의 컨테이너가 마치 독립된 것처럼 사용하여 </a:t>
            </a:r>
            <a:r>
              <a:rPr lang="en-US" altLang="ko-KR" sz="1600" dirty="0">
                <a:solidFill>
                  <a:schemeClr val="lt2"/>
                </a:solidFill>
                <a:latin typeface="Batang"/>
                <a:ea typeface="Batang"/>
                <a:cs typeface="Batang"/>
                <a:sym typeface="Batang"/>
              </a:rPr>
              <a:t>OS</a:t>
            </a:r>
            <a:r>
              <a:rPr lang="ko-KR" altLang="en-US" sz="1600" dirty="0">
                <a:solidFill>
                  <a:schemeClr val="lt2"/>
                </a:solidFill>
                <a:latin typeface="Batang"/>
                <a:ea typeface="Batang"/>
                <a:cs typeface="Batang"/>
                <a:sym typeface="Batang"/>
              </a:rPr>
              <a:t>를 새로 설치하지 않고 </a:t>
            </a:r>
            <a:r>
              <a:rPr lang="en-US" altLang="ko-KR" sz="1600" dirty="0">
                <a:solidFill>
                  <a:schemeClr val="lt2"/>
                </a:solidFill>
                <a:latin typeface="Batang"/>
                <a:ea typeface="Batang"/>
                <a:cs typeface="Batang"/>
                <a:sym typeface="Batang"/>
              </a:rPr>
              <a:t>host OS</a:t>
            </a:r>
            <a:r>
              <a:rPr lang="ko-KR" altLang="en-US" sz="1600" dirty="0">
                <a:solidFill>
                  <a:schemeClr val="lt2"/>
                </a:solidFill>
                <a:latin typeface="Batang"/>
                <a:ea typeface="Batang"/>
                <a:cs typeface="Batang"/>
                <a:sym typeface="Batang"/>
              </a:rPr>
              <a:t>의 커널을 공유하게 되어 실행 속도가 빠르고 성능 상의 손실이 적다</a:t>
            </a:r>
            <a:r>
              <a:rPr lang="en-US" altLang="ko-KR" sz="1600" dirty="0">
                <a:solidFill>
                  <a:schemeClr val="lt2"/>
                </a:solidFill>
                <a:latin typeface="Batang"/>
                <a:ea typeface="Batang"/>
                <a:cs typeface="Batang"/>
                <a:sym typeface="Batang"/>
              </a:rPr>
              <a:t>. </a:t>
            </a:r>
            <a:r>
              <a:rPr lang="ko-KR" altLang="en-US" sz="1600" dirty="0">
                <a:solidFill>
                  <a:schemeClr val="lt2"/>
                </a:solidFill>
                <a:latin typeface="Batang"/>
                <a:ea typeface="Batang"/>
                <a:cs typeface="Batang"/>
                <a:sym typeface="Batang"/>
              </a:rPr>
              <a:t>사용자에게는 가상머신처럼 보임</a:t>
            </a:r>
            <a:endParaRPr lang="en-US" altLang="ko-KR" sz="1600" dirty="0">
              <a:solidFill>
                <a:schemeClr val="lt2"/>
              </a:solidFill>
              <a:latin typeface="Batang"/>
              <a:ea typeface="Batang"/>
              <a:cs typeface="Batang"/>
              <a:sym typeface="Batang"/>
            </a:endParaRPr>
          </a:p>
          <a:p>
            <a:pPr marR="0" lvl="0" algn="l" rtl="0">
              <a:lnSpc>
                <a:spcPct val="150000"/>
              </a:lnSpc>
              <a:spcBef>
                <a:spcPts val="0"/>
              </a:spcBef>
              <a:spcAft>
                <a:spcPts val="0"/>
              </a:spcAft>
              <a:buClr>
                <a:schemeClr val="lt2"/>
              </a:buClr>
              <a:buSzPts val="1800"/>
            </a:pPr>
            <a:endParaRPr lang="en-US" altLang="ko-KR" sz="1800" b="1" dirty="0">
              <a:solidFill>
                <a:schemeClr val="lt2"/>
              </a:solidFill>
              <a:latin typeface="Batang"/>
              <a:ea typeface="Batang"/>
              <a:cs typeface="Batang"/>
              <a:sym typeface="Batang"/>
            </a:endParaRPr>
          </a:p>
          <a:p>
            <a:pPr marR="0" lvl="0" algn="l" rtl="0">
              <a:lnSpc>
                <a:spcPct val="150000"/>
              </a:lnSpc>
              <a:spcBef>
                <a:spcPts val="0"/>
              </a:spcBef>
              <a:spcAft>
                <a:spcPts val="0"/>
              </a:spcAft>
              <a:buClr>
                <a:schemeClr val="lt2"/>
              </a:buClr>
              <a:buSzPts val="1800"/>
            </a:pPr>
            <a:r>
              <a:rPr lang="en-US" altLang="ko-KR" sz="1800" b="1" dirty="0">
                <a:solidFill>
                  <a:schemeClr val="lt2"/>
                </a:solidFill>
                <a:latin typeface="Batang"/>
                <a:ea typeface="Batang"/>
                <a:cs typeface="Batang"/>
                <a:sym typeface="Batang"/>
              </a:rPr>
              <a:t>2. </a:t>
            </a:r>
            <a:r>
              <a:rPr lang="ko-KR" altLang="en-US" sz="1800" b="1" dirty="0">
                <a:solidFill>
                  <a:schemeClr val="lt2"/>
                </a:solidFill>
                <a:latin typeface="Batang"/>
                <a:ea typeface="Batang"/>
                <a:cs typeface="Batang"/>
                <a:sym typeface="Batang"/>
              </a:rPr>
              <a:t>머신 가상화 </a:t>
            </a:r>
            <a:r>
              <a:rPr lang="en-US" altLang="ko-KR" sz="1800" b="1" dirty="0">
                <a:solidFill>
                  <a:schemeClr val="lt2"/>
                </a:solidFill>
                <a:latin typeface="Batang"/>
                <a:ea typeface="Batang"/>
                <a:cs typeface="Batang"/>
                <a:sym typeface="Batang"/>
              </a:rPr>
              <a:t>– (virtual</a:t>
            </a:r>
            <a:r>
              <a:rPr lang="ko-KR" altLang="en-US" sz="1800" b="1" dirty="0">
                <a:solidFill>
                  <a:schemeClr val="lt2"/>
                </a:solidFill>
                <a:latin typeface="Batang"/>
                <a:ea typeface="Batang"/>
                <a:cs typeface="Batang"/>
                <a:sym typeface="Batang"/>
              </a:rPr>
              <a:t> </a:t>
            </a:r>
            <a:r>
              <a:rPr lang="en-US" altLang="ko-KR" sz="1800" b="1" dirty="0">
                <a:solidFill>
                  <a:schemeClr val="lt2"/>
                </a:solidFill>
                <a:latin typeface="Batang"/>
                <a:ea typeface="Batang"/>
                <a:cs typeface="Batang"/>
                <a:sym typeface="Batang"/>
              </a:rPr>
              <a:t>machine, </a:t>
            </a:r>
            <a:r>
              <a:rPr lang="en-US" altLang="ko-KR" sz="1800" b="1" dirty="0" err="1">
                <a:solidFill>
                  <a:schemeClr val="lt2"/>
                </a:solidFill>
                <a:latin typeface="Batang"/>
                <a:ea typeface="Batang"/>
                <a:cs typeface="Batang"/>
                <a:sym typeface="Batang"/>
              </a:rPr>
              <a:t>virtualbox</a:t>
            </a:r>
            <a:r>
              <a:rPr lang="en-US" altLang="ko-KR" sz="1800" b="1" dirty="0">
                <a:solidFill>
                  <a:schemeClr val="lt2"/>
                </a:solidFill>
                <a:latin typeface="Batang"/>
                <a:ea typeface="Batang"/>
                <a:cs typeface="Batang"/>
                <a:sym typeface="Batang"/>
              </a:rPr>
              <a:t>, WSL)</a:t>
            </a:r>
            <a:endParaRPr lang="ko-KR" altLang="en-US" sz="1800" b="1" dirty="0">
              <a:solidFill>
                <a:schemeClr val="lt2"/>
              </a:solidFill>
              <a:latin typeface="Batang"/>
              <a:ea typeface="Batang"/>
              <a:cs typeface="Batang"/>
              <a:sym typeface="Batang"/>
            </a:endParaRPr>
          </a:p>
          <a:p>
            <a:pPr marL="285750" marR="0" lvl="0" indent="-285750" algn="l" rtl="0">
              <a:lnSpc>
                <a:spcPct val="150000"/>
              </a:lnSpc>
              <a:spcBef>
                <a:spcPts val="0"/>
              </a:spcBef>
              <a:spcAft>
                <a:spcPts val="0"/>
              </a:spcAft>
              <a:buClr>
                <a:schemeClr val="lt2"/>
              </a:buClr>
              <a:buSzPts val="1800"/>
              <a:buFont typeface="Noto Sans Symbols"/>
              <a:buChar char="❖"/>
            </a:pPr>
            <a:r>
              <a:rPr lang="ko-KR" altLang="en-US" sz="1600" dirty="0">
                <a:solidFill>
                  <a:schemeClr val="lt2"/>
                </a:solidFill>
                <a:latin typeface="Batang"/>
                <a:ea typeface="Batang"/>
                <a:cs typeface="Batang"/>
                <a:sym typeface="Batang"/>
              </a:rPr>
              <a:t>다수의 </a:t>
            </a:r>
            <a:r>
              <a:rPr lang="en-US" altLang="ko-KR" sz="1600" dirty="0">
                <a:solidFill>
                  <a:schemeClr val="lt2"/>
                </a:solidFill>
                <a:latin typeface="Batang"/>
                <a:ea typeface="Batang"/>
                <a:cs typeface="Batang"/>
                <a:sym typeface="Batang"/>
              </a:rPr>
              <a:t>OS</a:t>
            </a:r>
            <a:r>
              <a:rPr lang="ko-KR" altLang="en-US" sz="1600" dirty="0">
                <a:solidFill>
                  <a:schemeClr val="lt2"/>
                </a:solidFill>
                <a:latin typeface="Batang"/>
                <a:ea typeface="Batang"/>
                <a:cs typeface="Batang"/>
                <a:sym typeface="Batang"/>
              </a:rPr>
              <a:t>를 동시에 실행하는 플랫폼으로 </a:t>
            </a:r>
            <a:r>
              <a:rPr lang="ko-KR" altLang="en-US" sz="1600" dirty="0" err="1">
                <a:solidFill>
                  <a:schemeClr val="lt2"/>
                </a:solidFill>
                <a:latin typeface="Batang"/>
                <a:ea typeface="Batang"/>
                <a:cs typeface="Batang"/>
                <a:sym typeface="Batang"/>
              </a:rPr>
              <a:t>하이퍼바이저에</a:t>
            </a:r>
            <a:r>
              <a:rPr lang="ko-KR" altLang="en-US" sz="1600" dirty="0">
                <a:solidFill>
                  <a:schemeClr val="lt2"/>
                </a:solidFill>
                <a:latin typeface="Batang"/>
                <a:ea typeface="Batang"/>
                <a:cs typeface="Batang"/>
                <a:sym typeface="Batang"/>
              </a:rPr>
              <a:t> </a:t>
            </a:r>
            <a:r>
              <a:rPr lang="en-US" altLang="ko-KR" sz="1600" dirty="0">
                <a:solidFill>
                  <a:schemeClr val="lt2"/>
                </a:solidFill>
                <a:latin typeface="Batang"/>
                <a:ea typeface="Batang"/>
                <a:cs typeface="Batang"/>
                <a:sym typeface="Batang"/>
              </a:rPr>
              <a:t>OS</a:t>
            </a:r>
            <a:r>
              <a:rPr lang="ko-KR" altLang="en-US" sz="1600" dirty="0">
                <a:solidFill>
                  <a:schemeClr val="lt2"/>
                </a:solidFill>
                <a:latin typeface="Batang"/>
                <a:ea typeface="Batang"/>
                <a:cs typeface="Batang"/>
                <a:sym typeface="Batang"/>
              </a:rPr>
              <a:t>를 설치하여 운영하는 구조이며</a:t>
            </a:r>
            <a:r>
              <a:rPr lang="en-US" altLang="ko-KR" sz="1600" dirty="0">
                <a:solidFill>
                  <a:schemeClr val="lt2"/>
                </a:solidFill>
                <a:latin typeface="Batang"/>
                <a:ea typeface="Batang"/>
                <a:cs typeface="Batang"/>
                <a:sym typeface="Batang"/>
              </a:rPr>
              <a:t>, </a:t>
            </a:r>
            <a:r>
              <a:rPr lang="ko-KR" altLang="en-US" sz="1600" dirty="0">
                <a:solidFill>
                  <a:schemeClr val="lt2"/>
                </a:solidFill>
                <a:latin typeface="Batang"/>
                <a:ea typeface="Batang"/>
                <a:cs typeface="Batang"/>
                <a:sym typeface="Batang"/>
              </a:rPr>
              <a:t>여러 가지 종류의 </a:t>
            </a:r>
            <a:r>
              <a:rPr lang="ko-KR" altLang="en-US" sz="1600" dirty="0" err="1">
                <a:solidFill>
                  <a:schemeClr val="lt2"/>
                </a:solidFill>
                <a:latin typeface="Batang"/>
                <a:ea typeface="Batang"/>
                <a:cs typeface="Batang"/>
                <a:sym typeface="Batang"/>
              </a:rPr>
              <a:t>하이퍼바이저</a:t>
            </a:r>
            <a:r>
              <a:rPr lang="en-US" altLang="ko-KR" sz="1600" dirty="0">
                <a:solidFill>
                  <a:schemeClr val="lt2"/>
                </a:solidFill>
                <a:latin typeface="Batang"/>
                <a:ea typeface="Batang"/>
                <a:cs typeface="Batang"/>
                <a:sym typeface="Batang"/>
              </a:rPr>
              <a:t>(Hypervisor)</a:t>
            </a:r>
            <a:r>
              <a:rPr lang="ko-KR" altLang="en-US" sz="1600" dirty="0">
                <a:solidFill>
                  <a:schemeClr val="lt2"/>
                </a:solidFill>
                <a:latin typeface="Batang"/>
                <a:ea typeface="Batang"/>
                <a:cs typeface="Batang"/>
                <a:sym typeface="Batang"/>
              </a:rPr>
              <a:t>가 존재하게 되며 대표적으로 </a:t>
            </a:r>
            <a:r>
              <a:rPr lang="en-US" altLang="ko-KR" sz="1600" dirty="0" err="1">
                <a:solidFill>
                  <a:schemeClr val="lt2"/>
                </a:solidFill>
                <a:latin typeface="Batang"/>
                <a:ea typeface="Batang"/>
                <a:cs typeface="Batang"/>
                <a:sym typeface="Batang"/>
              </a:rPr>
              <a:t>virtualbox</a:t>
            </a:r>
            <a:r>
              <a:rPr lang="en-US" altLang="ko-KR" sz="1600" dirty="0">
                <a:solidFill>
                  <a:schemeClr val="lt2"/>
                </a:solidFill>
                <a:latin typeface="Batang"/>
                <a:ea typeface="Batang"/>
                <a:cs typeface="Batang"/>
                <a:sym typeface="Batang"/>
              </a:rPr>
              <a:t>, </a:t>
            </a:r>
            <a:r>
              <a:rPr lang="en-US" altLang="ko-KR" sz="1600" dirty="0" err="1">
                <a:solidFill>
                  <a:schemeClr val="lt2"/>
                </a:solidFill>
                <a:latin typeface="Batang"/>
                <a:ea typeface="Batang"/>
                <a:cs typeface="Batang"/>
                <a:sym typeface="Batang"/>
              </a:rPr>
              <a:t>wsl</a:t>
            </a:r>
            <a:r>
              <a:rPr lang="ko-KR" altLang="en-US" sz="1600" dirty="0">
                <a:solidFill>
                  <a:schemeClr val="lt2"/>
                </a:solidFill>
                <a:latin typeface="Batang"/>
                <a:ea typeface="Batang"/>
                <a:cs typeface="Batang"/>
                <a:sym typeface="Batang"/>
              </a:rPr>
              <a:t> 등이</a:t>
            </a:r>
            <a:r>
              <a:rPr lang="en-US" altLang="ko-KR" sz="1600" dirty="0">
                <a:solidFill>
                  <a:schemeClr val="lt2"/>
                </a:solidFill>
                <a:latin typeface="Batang"/>
                <a:ea typeface="Batang"/>
                <a:cs typeface="Batang"/>
                <a:sym typeface="Batang"/>
              </a:rPr>
              <a:t> </a:t>
            </a:r>
            <a:r>
              <a:rPr lang="ko-KR" altLang="en-US" sz="1600" dirty="0">
                <a:solidFill>
                  <a:schemeClr val="lt2"/>
                </a:solidFill>
                <a:latin typeface="Batang"/>
                <a:ea typeface="Batang"/>
                <a:cs typeface="Batang"/>
                <a:sym typeface="Batang"/>
              </a:rPr>
              <a:t>있음</a:t>
            </a:r>
            <a:endParaRPr lang="ko-KR" altLang="en-US" sz="1200" dirty="0"/>
          </a:p>
          <a:p>
            <a:pPr marR="0" lvl="0" algn="l" rtl="0">
              <a:lnSpc>
                <a:spcPct val="150000"/>
              </a:lnSpc>
              <a:spcBef>
                <a:spcPts val="0"/>
              </a:spcBef>
              <a:spcAft>
                <a:spcPts val="0"/>
              </a:spcAft>
              <a:buClr>
                <a:schemeClr val="lt2"/>
              </a:buClr>
              <a:buSzPts val="1800"/>
            </a:pPr>
            <a:endParaRPr lang="en-US" altLang="ko-KR" sz="1800" dirty="0">
              <a:solidFill>
                <a:schemeClr val="lt2"/>
              </a:solidFill>
              <a:latin typeface="Batang"/>
              <a:ea typeface="Batang"/>
              <a:cs typeface="Batang"/>
              <a:sym typeface="Batang"/>
            </a:endParaRPr>
          </a:p>
          <a:p>
            <a:pPr marR="0" lvl="0" algn="l" rtl="0">
              <a:lnSpc>
                <a:spcPct val="150000"/>
              </a:lnSpc>
              <a:spcBef>
                <a:spcPts val="0"/>
              </a:spcBef>
              <a:spcAft>
                <a:spcPts val="0"/>
              </a:spcAft>
              <a:buClr>
                <a:schemeClr val="lt2"/>
              </a:buClr>
              <a:buSzPts val="1800"/>
            </a:pPr>
            <a:r>
              <a:rPr lang="en-US" altLang="ko-KR" sz="1800" b="1" dirty="0">
                <a:solidFill>
                  <a:schemeClr val="lt2"/>
                </a:solidFill>
                <a:latin typeface="Batang"/>
                <a:ea typeface="Batang"/>
                <a:cs typeface="Batang"/>
                <a:sym typeface="Batang"/>
              </a:rPr>
              <a:t>3. </a:t>
            </a:r>
            <a:r>
              <a:rPr lang="ko-KR" altLang="en-US" sz="1800" b="1" dirty="0">
                <a:solidFill>
                  <a:schemeClr val="lt2"/>
                </a:solidFill>
                <a:latin typeface="Batang"/>
                <a:ea typeface="Batang"/>
                <a:cs typeface="Batang"/>
                <a:sym typeface="Batang"/>
              </a:rPr>
              <a:t>개발 환경 가상화 </a:t>
            </a:r>
          </a:p>
          <a:p>
            <a:pPr marL="285750" marR="0" lvl="0" indent="-285750" algn="l" rtl="0">
              <a:lnSpc>
                <a:spcPct val="150000"/>
              </a:lnSpc>
              <a:spcBef>
                <a:spcPts val="0"/>
              </a:spcBef>
              <a:spcAft>
                <a:spcPts val="0"/>
              </a:spcAft>
              <a:buClr>
                <a:schemeClr val="lt2"/>
              </a:buClr>
              <a:buSzPts val="1800"/>
              <a:buFont typeface="Noto Sans Symbols"/>
              <a:buChar char="❖"/>
            </a:pPr>
            <a:r>
              <a:rPr lang="en-US" altLang="ko-KR" sz="1600" dirty="0" err="1">
                <a:solidFill>
                  <a:schemeClr val="lt2"/>
                </a:solidFill>
                <a:latin typeface="Batang"/>
                <a:ea typeface="Batang"/>
                <a:cs typeface="Batang"/>
                <a:sym typeface="Batang"/>
              </a:rPr>
              <a:t>venv</a:t>
            </a:r>
            <a:r>
              <a:rPr lang="en-US" altLang="ko-KR" sz="1600" dirty="0">
                <a:solidFill>
                  <a:schemeClr val="lt2"/>
                </a:solidFill>
                <a:latin typeface="Batang"/>
                <a:ea typeface="Batang"/>
                <a:cs typeface="Batang"/>
                <a:sym typeface="Batang"/>
              </a:rPr>
              <a:t> </a:t>
            </a:r>
            <a:r>
              <a:rPr lang="ko-KR" altLang="en-US" sz="1600" dirty="0">
                <a:solidFill>
                  <a:schemeClr val="lt2"/>
                </a:solidFill>
                <a:latin typeface="Batang"/>
                <a:ea typeface="Batang"/>
                <a:cs typeface="Batang"/>
                <a:sym typeface="Batang"/>
              </a:rPr>
              <a:t>등 특정 폴더를 가상환경으로 만들어서 라이브러리나 소스코드를 관리하는 가상화 방식</a:t>
            </a:r>
            <a:endParaRPr lang="en-US" altLang="ko-KR" sz="1600" dirty="0">
              <a:solidFill>
                <a:schemeClr val="lt2"/>
              </a:solidFill>
              <a:latin typeface="Batang"/>
              <a:ea typeface="Batang"/>
              <a:cs typeface="Batang"/>
              <a:sym typeface="Batang"/>
            </a:endParaRPr>
          </a:p>
        </p:txBody>
      </p:sp>
    </p:spTree>
    <p:extLst>
      <p:ext uri="{BB962C8B-B14F-4D97-AF65-F5344CB8AC3E}">
        <p14:creationId xmlns:p14="http://schemas.microsoft.com/office/powerpoint/2010/main" val="255991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6"/>
          <p:cNvSpPr txBox="1">
            <a:spLocks noGrp="1"/>
          </p:cNvSpPr>
          <p:nvPr>
            <p:ph type="title"/>
          </p:nvPr>
        </p:nvSpPr>
        <p:spPr>
          <a:xfrm>
            <a:off x="913795" y="112706"/>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Images vs Docker Containers</a:t>
            </a:r>
            <a:endParaRPr/>
          </a:p>
        </p:txBody>
      </p:sp>
      <p:sp>
        <p:nvSpPr>
          <p:cNvPr id="206" name="Google Shape;206;p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207" name="Google Shape;207;p6"/>
          <p:cNvPicPr preferRelativeResize="0"/>
          <p:nvPr/>
        </p:nvPicPr>
        <p:blipFill rotWithShape="1">
          <a:blip r:embed="rId3">
            <a:alphaModFix/>
          </a:blip>
          <a:srcRect/>
          <a:stretch/>
        </p:blipFill>
        <p:spPr>
          <a:xfrm>
            <a:off x="795791" y="3454141"/>
            <a:ext cx="4315427" cy="1971950"/>
          </a:xfrm>
          <a:prstGeom prst="rect">
            <a:avLst/>
          </a:prstGeom>
          <a:noFill/>
          <a:ln>
            <a:noFill/>
          </a:ln>
        </p:spPr>
      </p:pic>
      <p:pic>
        <p:nvPicPr>
          <p:cNvPr id="208" name="Google Shape;208;p6"/>
          <p:cNvPicPr preferRelativeResize="0"/>
          <p:nvPr/>
        </p:nvPicPr>
        <p:blipFill rotWithShape="1">
          <a:blip r:embed="rId4">
            <a:alphaModFix/>
          </a:blip>
          <a:srcRect/>
          <a:stretch/>
        </p:blipFill>
        <p:spPr>
          <a:xfrm>
            <a:off x="6683272" y="3487955"/>
            <a:ext cx="2535646" cy="1904322"/>
          </a:xfrm>
          <a:prstGeom prst="rect">
            <a:avLst/>
          </a:prstGeom>
          <a:noFill/>
          <a:ln>
            <a:noFill/>
          </a:ln>
        </p:spPr>
      </p:pic>
      <p:pic>
        <p:nvPicPr>
          <p:cNvPr id="209" name="Google Shape;209;p6"/>
          <p:cNvPicPr preferRelativeResize="0"/>
          <p:nvPr/>
        </p:nvPicPr>
        <p:blipFill rotWithShape="1">
          <a:blip r:embed="rId5">
            <a:alphaModFix/>
          </a:blip>
          <a:srcRect/>
          <a:stretch/>
        </p:blipFill>
        <p:spPr>
          <a:xfrm>
            <a:off x="9619233" y="2952980"/>
            <a:ext cx="1171739" cy="3277057"/>
          </a:xfrm>
          <a:prstGeom prst="rect">
            <a:avLst/>
          </a:prstGeom>
          <a:noFill/>
          <a:ln>
            <a:noFill/>
          </a:ln>
        </p:spPr>
      </p:pic>
      <p:cxnSp>
        <p:nvCxnSpPr>
          <p:cNvPr id="210" name="Google Shape;210;p6"/>
          <p:cNvCxnSpPr/>
          <p:nvPr/>
        </p:nvCxnSpPr>
        <p:spPr>
          <a:xfrm rot="10800000" flipH="1">
            <a:off x="5703814" y="4258409"/>
            <a:ext cx="386862" cy="8611"/>
          </a:xfrm>
          <a:prstGeom prst="straightConnector1">
            <a:avLst/>
          </a:prstGeom>
          <a:noFill/>
          <a:ln w="28575" cap="flat" cmpd="sng">
            <a:solidFill>
              <a:schemeClr val="lt1"/>
            </a:solidFill>
            <a:prstDash val="solid"/>
            <a:round/>
            <a:headEnd type="none" w="sm" len="sm"/>
            <a:tailEnd type="triangle" w="med" len="med"/>
          </a:ln>
        </p:spPr>
      </p:cxnSp>
      <p:pic>
        <p:nvPicPr>
          <p:cNvPr id="211" name="Google Shape;211;p6"/>
          <p:cNvPicPr preferRelativeResize="0"/>
          <p:nvPr/>
        </p:nvPicPr>
        <p:blipFill rotWithShape="1">
          <a:blip r:embed="rId6">
            <a:alphaModFix/>
          </a:blip>
          <a:srcRect/>
          <a:stretch/>
        </p:blipFill>
        <p:spPr>
          <a:xfrm>
            <a:off x="1351413" y="2435407"/>
            <a:ext cx="1742297" cy="655973"/>
          </a:xfrm>
          <a:prstGeom prst="rect">
            <a:avLst/>
          </a:prstGeom>
          <a:noFill/>
          <a:ln>
            <a:noFill/>
          </a:ln>
        </p:spPr>
      </p:pic>
      <p:pic>
        <p:nvPicPr>
          <p:cNvPr id="212" name="Google Shape;212;p6"/>
          <p:cNvPicPr preferRelativeResize="0"/>
          <p:nvPr/>
        </p:nvPicPr>
        <p:blipFill rotWithShape="1">
          <a:blip r:embed="rId7">
            <a:alphaModFix/>
          </a:blip>
          <a:srcRect/>
          <a:stretch/>
        </p:blipFill>
        <p:spPr>
          <a:xfrm>
            <a:off x="3466573" y="2016952"/>
            <a:ext cx="1644645" cy="1344011"/>
          </a:xfrm>
          <a:prstGeom prst="rect">
            <a:avLst/>
          </a:prstGeom>
          <a:noFill/>
          <a:ln>
            <a:noFill/>
          </a:ln>
        </p:spPr>
      </p:pic>
      <p:sp>
        <p:nvSpPr>
          <p:cNvPr id="213" name="Google Shape;213;p6"/>
          <p:cNvSpPr txBox="1"/>
          <p:nvPr/>
        </p:nvSpPr>
        <p:spPr>
          <a:xfrm>
            <a:off x="623325" y="844722"/>
            <a:ext cx="10934701" cy="77354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600"/>
              <a:buFont typeface="Noto Sans Symbols"/>
              <a:buChar char="❖"/>
            </a:pPr>
            <a:r>
              <a:rPr lang="en-US" sz="1600" dirty="0" err="1">
                <a:solidFill>
                  <a:schemeClr val="lt2"/>
                </a:solidFill>
                <a:latin typeface="Batang"/>
                <a:ea typeface="Batang"/>
                <a:cs typeface="Batang"/>
                <a:sym typeface="Batang"/>
              </a:rPr>
              <a:t>프로그램</a:t>
            </a:r>
            <a:r>
              <a:rPr lang="en-US" sz="1600" dirty="0">
                <a:solidFill>
                  <a:schemeClr val="lt2"/>
                </a:solidFill>
                <a:latin typeface="Batang"/>
                <a:ea typeface="Batang"/>
                <a:cs typeface="Batang"/>
                <a:sym typeface="Batang"/>
              </a:rPr>
              <a:t> </a:t>
            </a:r>
            <a:r>
              <a:rPr lang="en-US" sz="1600" dirty="0" err="1">
                <a:solidFill>
                  <a:schemeClr val="lt2"/>
                </a:solidFill>
                <a:latin typeface="Batang"/>
                <a:ea typeface="Batang"/>
                <a:cs typeface="Batang"/>
                <a:sym typeface="Batang"/>
              </a:rPr>
              <a:t>컴파일</a:t>
            </a:r>
            <a:r>
              <a:rPr lang="en-US" sz="1600" dirty="0">
                <a:solidFill>
                  <a:schemeClr val="lt2"/>
                </a:solidFill>
                <a:latin typeface="Batang"/>
                <a:ea typeface="Batang"/>
                <a:cs typeface="Batang"/>
                <a:sym typeface="Batang"/>
              </a:rPr>
              <a:t> </a:t>
            </a:r>
            <a:r>
              <a:rPr lang="en-US" sz="1600" dirty="0" err="1">
                <a:solidFill>
                  <a:schemeClr val="lt2"/>
                </a:solidFill>
                <a:latin typeface="Batang"/>
                <a:ea typeface="Batang"/>
                <a:cs typeface="Batang"/>
                <a:sym typeface="Batang"/>
              </a:rPr>
              <a:t>bin과</a:t>
            </a:r>
            <a:r>
              <a:rPr lang="en-US" sz="1600" dirty="0">
                <a:solidFill>
                  <a:schemeClr val="lt2"/>
                </a:solidFill>
                <a:latin typeface="Batang"/>
                <a:ea typeface="Batang"/>
                <a:cs typeface="Batang"/>
                <a:sym typeface="Batang"/>
              </a:rPr>
              <a:t> </a:t>
            </a:r>
            <a:r>
              <a:rPr lang="en-US" sz="1600" dirty="0" err="1">
                <a:solidFill>
                  <a:schemeClr val="lt2"/>
                </a:solidFill>
                <a:latin typeface="Batang"/>
                <a:ea typeface="Batang"/>
                <a:cs typeface="Batang"/>
                <a:sym typeface="Batang"/>
              </a:rPr>
              <a:t>lib를</a:t>
            </a:r>
            <a:r>
              <a:rPr lang="en-US" sz="1600" dirty="0">
                <a:solidFill>
                  <a:schemeClr val="lt2"/>
                </a:solidFill>
                <a:latin typeface="Batang"/>
                <a:ea typeface="Batang"/>
                <a:cs typeface="Batang"/>
                <a:sym typeface="Batang"/>
              </a:rPr>
              <a:t> Database, </a:t>
            </a:r>
            <a:r>
              <a:rPr lang="en-US" sz="1600" dirty="0" err="1">
                <a:solidFill>
                  <a:schemeClr val="lt2"/>
                </a:solidFill>
                <a:latin typeface="Batang"/>
                <a:ea typeface="Batang"/>
                <a:cs typeface="Batang"/>
                <a:sym typeface="Batang"/>
              </a:rPr>
              <a:t>OS를</a:t>
            </a:r>
            <a:r>
              <a:rPr lang="en-US" sz="1600" dirty="0">
                <a:solidFill>
                  <a:schemeClr val="lt2"/>
                </a:solidFill>
                <a:latin typeface="Batang"/>
                <a:ea typeface="Batang"/>
                <a:cs typeface="Batang"/>
                <a:sym typeface="Batang"/>
              </a:rPr>
              <a:t> Docker(</a:t>
            </a:r>
            <a:r>
              <a:rPr lang="en-US" sz="1600" dirty="0" err="1">
                <a:solidFill>
                  <a:schemeClr val="lt2"/>
                </a:solidFill>
                <a:latin typeface="Batang"/>
                <a:ea typeface="Batang"/>
                <a:cs typeface="Batang"/>
                <a:sym typeface="Batang"/>
              </a:rPr>
              <a:t>사진기</a:t>
            </a:r>
            <a:r>
              <a:rPr lang="en-US" sz="1600" dirty="0">
                <a:solidFill>
                  <a:schemeClr val="lt2"/>
                </a:solidFill>
                <a:latin typeface="Batang"/>
                <a:ea typeface="Batang"/>
                <a:cs typeface="Batang"/>
                <a:sym typeface="Batang"/>
              </a:rPr>
              <a:t>)로 </a:t>
            </a:r>
            <a:r>
              <a:rPr lang="en-US" sz="1600" dirty="0" err="1">
                <a:solidFill>
                  <a:schemeClr val="lt2"/>
                </a:solidFill>
                <a:latin typeface="Batang"/>
                <a:ea typeface="Batang"/>
                <a:cs typeface="Batang"/>
                <a:sym typeface="Batang"/>
              </a:rPr>
              <a:t>찍어</a:t>
            </a:r>
            <a:r>
              <a:rPr lang="en-US" sz="1600" dirty="0">
                <a:solidFill>
                  <a:schemeClr val="lt2"/>
                </a:solidFill>
                <a:latin typeface="Batang"/>
                <a:ea typeface="Batang"/>
                <a:cs typeface="Batang"/>
                <a:sym typeface="Batang"/>
              </a:rPr>
              <a:t>(Docker Image) </a:t>
            </a:r>
            <a:r>
              <a:rPr lang="en-US" sz="1600" dirty="0" err="1">
                <a:solidFill>
                  <a:schemeClr val="lt2"/>
                </a:solidFill>
                <a:latin typeface="Batang"/>
                <a:ea typeface="Batang"/>
                <a:cs typeface="Batang"/>
                <a:sym typeface="Batang"/>
              </a:rPr>
              <a:t>다른</a:t>
            </a:r>
            <a:r>
              <a:rPr lang="en-US" sz="1600" dirty="0">
                <a:solidFill>
                  <a:schemeClr val="lt2"/>
                </a:solidFill>
                <a:latin typeface="Batang"/>
                <a:ea typeface="Batang"/>
                <a:cs typeface="Batang"/>
                <a:sym typeface="Batang"/>
              </a:rPr>
              <a:t> </a:t>
            </a:r>
            <a:r>
              <a:rPr lang="en-US" sz="1600" dirty="0" err="1">
                <a:solidFill>
                  <a:schemeClr val="lt2"/>
                </a:solidFill>
                <a:latin typeface="Batang"/>
                <a:ea typeface="Batang"/>
                <a:cs typeface="Batang"/>
                <a:sym typeface="Batang"/>
              </a:rPr>
              <a:t>사람에게</a:t>
            </a:r>
            <a:r>
              <a:rPr lang="en-US" sz="1600" dirty="0">
                <a:solidFill>
                  <a:schemeClr val="lt2"/>
                </a:solidFill>
                <a:latin typeface="Batang"/>
                <a:ea typeface="Batang"/>
                <a:cs typeface="Batang"/>
                <a:sym typeface="Batang"/>
              </a:rPr>
              <a:t> </a:t>
            </a:r>
            <a:r>
              <a:rPr lang="en-US" sz="1600" dirty="0" err="1">
                <a:solidFill>
                  <a:schemeClr val="lt2"/>
                </a:solidFill>
                <a:latin typeface="Batang"/>
                <a:ea typeface="Batang"/>
                <a:cs typeface="Batang"/>
                <a:sym typeface="Batang"/>
              </a:rPr>
              <a:t>나누어</a:t>
            </a:r>
            <a:r>
              <a:rPr lang="en-US" sz="1600" dirty="0">
                <a:solidFill>
                  <a:schemeClr val="lt2"/>
                </a:solidFill>
                <a:latin typeface="Batang"/>
                <a:ea typeface="Batang"/>
                <a:cs typeface="Batang"/>
                <a:sym typeface="Batang"/>
              </a:rPr>
              <a:t> </a:t>
            </a:r>
            <a:r>
              <a:rPr lang="en-US" sz="1600" dirty="0" err="1">
                <a:solidFill>
                  <a:schemeClr val="lt2"/>
                </a:solidFill>
                <a:latin typeface="Batang"/>
                <a:ea typeface="Batang"/>
                <a:cs typeface="Batang"/>
                <a:sym typeface="Batang"/>
              </a:rPr>
              <a:t>준다</a:t>
            </a:r>
            <a:r>
              <a:rPr lang="en-US" sz="1600" dirty="0">
                <a:solidFill>
                  <a:schemeClr val="lt2"/>
                </a:solidFill>
                <a:latin typeface="Batang"/>
                <a:ea typeface="Batang"/>
                <a:cs typeface="Batang"/>
                <a:sym typeface="Batang"/>
              </a:rPr>
              <a:t>(Docker Container) </a:t>
            </a:r>
            <a:endParaRPr sz="1600" dirty="0">
              <a:solidFill>
                <a:schemeClr val="lt2"/>
              </a:solidFill>
              <a:latin typeface="Batang"/>
              <a:ea typeface="Batang"/>
              <a:cs typeface="Batang"/>
              <a:sym typeface="Batang"/>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b="1"/>
              <a:t>Traditional Installation before docker</a:t>
            </a:r>
            <a:endParaRPr/>
          </a:p>
        </p:txBody>
      </p:sp>
      <p:sp>
        <p:nvSpPr>
          <p:cNvPr id="219" name="Google Shape;219;p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20" name="Google Shape;220;p7"/>
          <p:cNvSpPr txBox="1"/>
          <p:nvPr/>
        </p:nvSpPr>
        <p:spPr>
          <a:xfrm>
            <a:off x="2363578" y="5004354"/>
            <a:ext cx="1944262" cy="3146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sng">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생활코딩_Docker</a:t>
            </a:r>
            <a:endParaRPr sz="1400" b="1">
              <a:solidFill>
                <a:schemeClr val="lt1"/>
              </a:solidFill>
              <a:latin typeface="Sorts Mill Goudy"/>
              <a:ea typeface="Sorts Mill Goudy"/>
              <a:cs typeface="Sorts Mill Goudy"/>
              <a:sym typeface="Sorts Mill Goudy"/>
            </a:endParaRPr>
          </a:p>
        </p:txBody>
      </p:sp>
      <p:sp>
        <p:nvSpPr>
          <p:cNvPr id="221" name="Google Shape;221;p7" descr="Deployment evolution"/>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222" name="Google Shape;222;p7"/>
          <p:cNvPicPr preferRelativeResize="0"/>
          <p:nvPr/>
        </p:nvPicPr>
        <p:blipFill rotWithShape="1">
          <a:blip r:embed="rId4">
            <a:alphaModFix/>
          </a:blip>
          <a:srcRect/>
          <a:stretch/>
        </p:blipFill>
        <p:spPr>
          <a:xfrm>
            <a:off x="2513871" y="1993204"/>
            <a:ext cx="7153610" cy="2871591"/>
          </a:xfrm>
          <a:prstGeom prst="rect">
            <a:avLst/>
          </a:prstGeom>
          <a:noFill/>
          <a:ln>
            <a:noFill/>
          </a:ln>
        </p:spPr>
      </p:pic>
      <p:sp>
        <p:nvSpPr>
          <p:cNvPr id="223" name="Google Shape;223;p7"/>
          <p:cNvSpPr txBox="1"/>
          <p:nvPr/>
        </p:nvSpPr>
        <p:spPr>
          <a:xfrm>
            <a:off x="3688080" y="2026920"/>
            <a:ext cx="1691640" cy="365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Sorts Mill Goudy"/>
                <a:ea typeface="Sorts Mill Goudy"/>
                <a:cs typeface="Sorts Mill Goudy"/>
                <a:sym typeface="Sorts Mill Goudy"/>
              </a:rPr>
              <a:t>Network:port</a:t>
            </a:r>
            <a:endParaRPr sz="1800">
              <a:solidFill>
                <a:schemeClr val="dk1"/>
              </a:solidFill>
              <a:latin typeface="Sorts Mill Goudy"/>
              <a:ea typeface="Sorts Mill Goudy"/>
              <a:cs typeface="Sorts Mill Goudy"/>
              <a:sym typeface="Sorts Mill Goud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Virtual Machine (Linux)</a:t>
            </a:r>
            <a:endParaRPr/>
          </a:p>
        </p:txBody>
      </p:sp>
      <p:sp>
        <p:nvSpPr>
          <p:cNvPr id="229" name="Google Shape;229;p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30" name="Google Shape;230;p8"/>
          <p:cNvSpPr txBox="1"/>
          <p:nvPr/>
        </p:nvSpPr>
        <p:spPr>
          <a:xfrm>
            <a:off x="1022458" y="5773261"/>
            <a:ext cx="1944262" cy="3146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sng">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생활코딩_Docker</a:t>
            </a:r>
            <a:endParaRPr sz="1400" b="1">
              <a:solidFill>
                <a:schemeClr val="lt1"/>
              </a:solidFill>
              <a:latin typeface="Sorts Mill Goudy"/>
              <a:ea typeface="Sorts Mill Goudy"/>
              <a:cs typeface="Sorts Mill Goudy"/>
              <a:sym typeface="Sorts Mill Goudy"/>
            </a:endParaRPr>
          </a:p>
        </p:txBody>
      </p:sp>
      <p:sp>
        <p:nvSpPr>
          <p:cNvPr id="231" name="Google Shape;231;p8" descr="Deployment evolution"/>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232" name="Google Shape;232;p8"/>
          <p:cNvPicPr preferRelativeResize="0"/>
          <p:nvPr/>
        </p:nvPicPr>
        <p:blipFill rotWithShape="1">
          <a:blip r:embed="rId4">
            <a:alphaModFix/>
          </a:blip>
          <a:srcRect/>
          <a:stretch/>
        </p:blipFill>
        <p:spPr>
          <a:xfrm>
            <a:off x="2235490" y="1517610"/>
            <a:ext cx="8025819" cy="36435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a:t>
            </a:r>
            <a:endParaRPr/>
          </a:p>
        </p:txBody>
      </p:sp>
      <p:sp>
        <p:nvSpPr>
          <p:cNvPr id="238" name="Google Shape;238;p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39" name="Google Shape;239;p9"/>
          <p:cNvSpPr txBox="1"/>
          <p:nvPr/>
        </p:nvSpPr>
        <p:spPr>
          <a:xfrm>
            <a:off x="1022458" y="5773261"/>
            <a:ext cx="1944262" cy="3146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sng">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생활코딩_Docker</a:t>
            </a:r>
            <a:endParaRPr sz="1400" b="1">
              <a:solidFill>
                <a:schemeClr val="lt1"/>
              </a:solidFill>
              <a:latin typeface="Sorts Mill Goudy"/>
              <a:ea typeface="Sorts Mill Goudy"/>
              <a:cs typeface="Sorts Mill Goudy"/>
              <a:sym typeface="Sorts Mill Goudy"/>
            </a:endParaRPr>
          </a:p>
        </p:txBody>
      </p:sp>
      <p:sp>
        <p:nvSpPr>
          <p:cNvPr id="240" name="Google Shape;240;p9" descr="Deployment evolution"/>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241" name="Google Shape;241;p9"/>
          <p:cNvPicPr preferRelativeResize="0"/>
          <p:nvPr/>
        </p:nvPicPr>
        <p:blipFill rotWithShape="1">
          <a:blip r:embed="rId4">
            <a:alphaModFix/>
          </a:blip>
          <a:srcRect/>
          <a:stretch/>
        </p:blipFill>
        <p:spPr>
          <a:xfrm>
            <a:off x="2076245" y="2643537"/>
            <a:ext cx="8028862" cy="3084932"/>
          </a:xfrm>
          <a:prstGeom prst="rect">
            <a:avLst/>
          </a:prstGeom>
          <a:noFill/>
          <a:ln>
            <a:noFill/>
          </a:ln>
        </p:spPr>
      </p:pic>
      <p:pic>
        <p:nvPicPr>
          <p:cNvPr id="242" name="Google Shape;242;p9"/>
          <p:cNvPicPr preferRelativeResize="0"/>
          <p:nvPr/>
        </p:nvPicPr>
        <p:blipFill rotWithShape="1">
          <a:blip r:embed="rId5">
            <a:alphaModFix/>
          </a:blip>
          <a:srcRect/>
          <a:stretch/>
        </p:blipFill>
        <p:spPr>
          <a:xfrm>
            <a:off x="415188" y="373093"/>
            <a:ext cx="1718143" cy="15166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설치(WSL)</a:t>
            </a:r>
            <a:endParaRPr/>
          </a:p>
        </p:txBody>
      </p:sp>
      <p:sp>
        <p:nvSpPr>
          <p:cNvPr id="248" name="Google Shape;248;p1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49" name="Google Shape;249;p10" descr="Deployment evolution"/>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250" name="Google Shape;250;p10"/>
          <p:cNvPicPr preferRelativeResize="0"/>
          <p:nvPr/>
        </p:nvPicPr>
        <p:blipFill rotWithShape="1">
          <a:blip r:embed="rId3">
            <a:alphaModFix/>
          </a:blip>
          <a:srcRect/>
          <a:stretch/>
        </p:blipFill>
        <p:spPr>
          <a:xfrm>
            <a:off x="1717286" y="2320872"/>
            <a:ext cx="9062227" cy="28258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Windows PowerShell</a:t>
            </a:r>
            <a:endParaRPr/>
          </a:p>
        </p:txBody>
      </p:sp>
      <p:sp>
        <p:nvSpPr>
          <p:cNvPr id="258" name="Google Shape;258;p1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59" name="Google Shape;259;p11"/>
          <p:cNvSpPr txBox="1"/>
          <p:nvPr/>
        </p:nvSpPr>
        <p:spPr>
          <a:xfrm>
            <a:off x="888267" y="1213843"/>
            <a:ext cx="10480459" cy="4430314"/>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55000" lnSpcReduction="20000"/>
          </a:bodyPr>
          <a:lstStyle/>
          <a:p>
            <a:pPr marL="36900" marR="0" lvl="0" indent="0" algn="l" rtl="0">
              <a:lnSpc>
                <a:spcPct val="100000"/>
              </a:lnSpc>
              <a:spcBef>
                <a:spcPts val="0"/>
              </a:spcBef>
              <a:spcAft>
                <a:spcPts val="0"/>
              </a:spcAft>
              <a:buClr>
                <a:schemeClr val="lt2"/>
              </a:buClr>
              <a:buSzPct val="70000"/>
              <a:buFont typeface="Noto Sans Symbols"/>
              <a:buNone/>
            </a:pPr>
            <a:r>
              <a:rPr lang="en-US" sz="2800">
                <a:solidFill>
                  <a:schemeClr val="lt2"/>
                </a:solidFill>
                <a:latin typeface="Batang"/>
                <a:ea typeface="Batang"/>
                <a:cs typeface="Batang"/>
                <a:sym typeface="Batang"/>
              </a:rPr>
              <a:t>PS C:\WINDOWS\system32&gt; </a:t>
            </a:r>
            <a:r>
              <a:rPr lang="en-US" sz="2800" b="1">
                <a:solidFill>
                  <a:srgbClr val="FFFF00"/>
                </a:solidFill>
                <a:latin typeface="Batang"/>
                <a:ea typeface="Batang"/>
                <a:cs typeface="Batang"/>
                <a:sym typeface="Batang"/>
              </a:rPr>
              <a:t>wsl --version</a:t>
            </a:r>
            <a:endParaRPr/>
          </a:p>
          <a:p>
            <a:pPr marL="36900" marR="0" lvl="0" indent="0" algn="l" rtl="0">
              <a:lnSpc>
                <a:spcPct val="100000"/>
              </a:lnSpc>
              <a:spcBef>
                <a:spcPts val="908"/>
              </a:spcBef>
              <a:spcAft>
                <a:spcPts val="0"/>
              </a:spcAft>
              <a:buClr>
                <a:schemeClr val="lt2"/>
              </a:buClr>
              <a:buSzPct val="70000"/>
              <a:buFont typeface="Noto Sans Symbols"/>
              <a:buNone/>
            </a:pPr>
            <a:endParaRPr sz="2800">
              <a:solidFill>
                <a:schemeClr val="lt2"/>
              </a:solidFill>
              <a:latin typeface="Batang"/>
              <a:ea typeface="Batang"/>
              <a:cs typeface="Batang"/>
              <a:sym typeface="Batang"/>
            </a:endParaRPr>
          </a:p>
          <a:p>
            <a:pPr marL="36900" marR="0" lvl="0" indent="0" algn="l" rtl="0">
              <a:lnSpc>
                <a:spcPct val="100000"/>
              </a:lnSpc>
              <a:spcBef>
                <a:spcPts val="908"/>
              </a:spcBef>
              <a:spcAft>
                <a:spcPts val="0"/>
              </a:spcAft>
              <a:buClr>
                <a:schemeClr val="lt2"/>
              </a:buClr>
              <a:buSzPct val="70000"/>
              <a:buFont typeface="Noto Sans Symbols"/>
              <a:buNone/>
            </a:pPr>
            <a:r>
              <a:rPr lang="en-US" sz="2800">
                <a:solidFill>
                  <a:schemeClr val="lt2"/>
                </a:solidFill>
                <a:latin typeface="Batang"/>
                <a:ea typeface="Batang"/>
                <a:cs typeface="Batang"/>
                <a:sym typeface="Batang"/>
              </a:rPr>
              <a:t>PS C:\WINDOWS\system32&gt; </a:t>
            </a:r>
            <a:r>
              <a:rPr lang="en-US" sz="2700" b="1">
                <a:solidFill>
                  <a:srgbClr val="FFFF00"/>
                </a:solidFill>
                <a:latin typeface="Batang"/>
                <a:ea typeface="Batang"/>
                <a:cs typeface="Batang"/>
                <a:sym typeface="Batang"/>
              </a:rPr>
              <a:t>wsl --list –online</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NAME                                   FRIENDLY NAME</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Ubuntu                                 Ubuntu</a:t>
            </a:r>
            <a:endParaRPr sz="1400">
              <a:solidFill>
                <a:schemeClr val="lt2"/>
              </a:solidFill>
              <a:latin typeface="Batang"/>
              <a:ea typeface="Batang"/>
              <a:cs typeface="Batang"/>
              <a:sym typeface="Batang"/>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Debian                                 Debian GNU/Linux</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kali-linux                             Kali Linux Rolling</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Ubuntu-18.04                           Ubuntu 18.04 LTS</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Ubuntu-20.04                           Ubuntu 20.04 LTS</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Ubuntu-22.04                           Ubuntu 22.04 LTS</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OracleLinux_7_9                        Oracle Linux 7.9</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OracleLinux_8_7                        Oracle Linux 8.7</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OracleLinux_9_1                        Oracle Linux 9.1</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openSUSE-Leap-15.5                     openSUSE Leap 15.5</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SUSE-Linux-Enterprise-Server-15-SP4    SUSE Linux Enterprise Server 15 SP4</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SUSE-Linux-Enterprise-15-SP5           SUSE Linux Enterprise 15 SP5</a:t>
            </a:r>
            <a:endParaRPr/>
          </a:p>
          <a:p>
            <a:pPr marL="36900" marR="0" lvl="0" indent="0" algn="l" rtl="0">
              <a:lnSpc>
                <a:spcPct val="100000"/>
              </a:lnSpc>
              <a:spcBef>
                <a:spcPts val="754"/>
              </a:spcBef>
              <a:spcAft>
                <a:spcPts val="0"/>
              </a:spcAft>
              <a:buClr>
                <a:schemeClr val="lt2"/>
              </a:buClr>
              <a:buSzPct val="70000"/>
              <a:buFont typeface="Noto Sans Symbols"/>
              <a:buNone/>
            </a:pPr>
            <a:r>
              <a:rPr lang="en-US" sz="1400">
                <a:solidFill>
                  <a:schemeClr val="lt2"/>
                </a:solidFill>
                <a:latin typeface="Batang"/>
                <a:ea typeface="Batang"/>
                <a:cs typeface="Batang"/>
                <a:sym typeface="Batang"/>
              </a:rPr>
              <a:t>openSUSE-Tumbleweed                    openSUSE Tumbleweed</a:t>
            </a:r>
            <a:endParaRPr/>
          </a:p>
          <a:p>
            <a:pPr marL="36900" marR="0" lvl="0" indent="0" algn="l" rtl="0">
              <a:lnSpc>
                <a:spcPct val="100000"/>
              </a:lnSpc>
              <a:spcBef>
                <a:spcPts val="831"/>
              </a:spcBef>
              <a:spcAft>
                <a:spcPts val="0"/>
              </a:spcAft>
              <a:buClr>
                <a:schemeClr val="lt2"/>
              </a:buClr>
              <a:buSzPct val="70000"/>
              <a:buFont typeface="Noto Sans Symbols"/>
              <a:buNone/>
            </a:pPr>
            <a:endParaRPr sz="2100">
              <a:solidFill>
                <a:schemeClr val="lt2"/>
              </a:solidFill>
              <a:latin typeface="Batang"/>
              <a:ea typeface="Batang"/>
              <a:cs typeface="Batang"/>
              <a:sym typeface="Batang"/>
            </a:endParaRPr>
          </a:p>
          <a:p>
            <a:pPr marL="36900" marR="0" lvl="0" indent="0" algn="l" rtl="0">
              <a:lnSpc>
                <a:spcPct val="100000"/>
              </a:lnSpc>
              <a:spcBef>
                <a:spcPts val="908"/>
              </a:spcBef>
              <a:spcAft>
                <a:spcPts val="0"/>
              </a:spcAft>
              <a:buClr>
                <a:schemeClr val="lt2"/>
              </a:buClr>
              <a:buSzPct val="70000"/>
              <a:buFont typeface="Noto Sans Symbols"/>
              <a:buNone/>
            </a:pPr>
            <a:r>
              <a:rPr lang="en-US" sz="2800">
                <a:solidFill>
                  <a:schemeClr val="lt2"/>
                </a:solidFill>
                <a:latin typeface="Batang"/>
                <a:ea typeface="Batang"/>
                <a:cs typeface="Batang"/>
                <a:sym typeface="Batang"/>
              </a:rPr>
              <a:t>PS C:\WINDOWS\system32&gt; </a:t>
            </a:r>
            <a:r>
              <a:rPr lang="en-US" sz="2700" b="1">
                <a:solidFill>
                  <a:srgbClr val="FFFF00"/>
                </a:solidFill>
                <a:latin typeface="Batang"/>
                <a:ea typeface="Batang"/>
                <a:cs typeface="Batang"/>
                <a:sym typeface="Batang"/>
              </a:rPr>
              <a:t>wsl --status</a:t>
            </a:r>
            <a:endParaRPr/>
          </a:p>
        </p:txBody>
      </p:sp>
      <p:pic>
        <p:nvPicPr>
          <p:cNvPr id="260" name="Google Shape;260;p11"/>
          <p:cNvPicPr preferRelativeResize="0"/>
          <p:nvPr/>
        </p:nvPicPr>
        <p:blipFill rotWithShape="1">
          <a:blip r:embed="rId3">
            <a:alphaModFix/>
          </a:blip>
          <a:srcRect/>
          <a:stretch/>
        </p:blipFill>
        <p:spPr>
          <a:xfrm>
            <a:off x="6733660" y="1213843"/>
            <a:ext cx="4635066" cy="46398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a:t>
            </a:r>
            <a:endParaRPr/>
          </a:p>
        </p:txBody>
      </p:sp>
      <p:sp>
        <p:nvSpPr>
          <p:cNvPr id="268" name="Google Shape;268;p1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69" name="Google Shape;269;p12"/>
          <p:cNvSpPr txBox="1"/>
          <p:nvPr/>
        </p:nvSpPr>
        <p:spPr>
          <a:xfrm>
            <a:off x="888267" y="1213842"/>
            <a:ext cx="10508739" cy="118056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p>
            <a:pPr marL="342900" marR="0" lvl="0" indent="-306000" algn="l" rtl="0">
              <a:lnSpc>
                <a:spcPct val="100000"/>
              </a:lnSpc>
              <a:spcBef>
                <a:spcPts val="0"/>
              </a:spcBef>
              <a:spcAft>
                <a:spcPts val="0"/>
              </a:spcAft>
              <a:buClr>
                <a:schemeClr val="lt2"/>
              </a:buClr>
              <a:buSzPts val="1260"/>
              <a:buFont typeface="Noto Sans Symbols"/>
              <a:buChar char="❖"/>
            </a:pPr>
            <a:r>
              <a:rPr lang="en-US" sz="1800">
                <a:solidFill>
                  <a:schemeClr val="lt1"/>
                </a:solidFill>
                <a:latin typeface="Batang"/>
                <a:ea typeface="Batang"/>
                <a:cs typeface="Batang"/>
                <a:sym typeface="Batang"/>
              </a:rPr>
              <a:t>도커(Docker)는 </a:t>
            </a:r>
            <a:r>
              <a:rPr lang="en-US" sz="1800" b="1">
                <a:solidFill>
                  <a:srgbClr val="00B0F0"/>
                </a:solidFill>
                <a:latin typeface="Batang"/>
                <a:ea typeface="Batang"/>
                <a:cs typeface="Batang"/>
                <a:sym typeface="Batang"/>
              </a:rPr>
              <a:t>컨테이너(Container)</a:t>
            </a:r>
            <a:r>
              <a:rPr lang="en-US" sz="1800">
                <a:solidFill>
                  <a:schemeClr val="lt1"/>
                </a:solidFill>
                <a:latin typeface="Batang"/>
                <a:ea typeface="Batang"/>
                <a:cs typeface="Batang"/>
                <a:sym typeface="Batang"/>
              </a:rPr>
              <a:t>기반의 오픈소스 </a:t>
            </a:r>
            <a:r>
              <a:rPr lang="en-US" sz="1800" b="1">
                <a:solidFill>
                  <a:schemeClr val="lt1"/>
                </a:solidFill>
                <a:latin typeface="Batang"/>
                <a:ea typeface="Batang"/>
                <a:cs typeface="Batang"/>
                <a:sym typeface="Batang"/>
              </a:rPr>
              <a:t>가상화 플랫폼</a:t>
            </a:r>
            <a:endParaRPr sz="1800" b="1">
              <a:solidFill>
                <a:schemeClr val="lt1"/>
              </a:solidFill>
              <a:latin typeface="Batang"/>
              <a:ea typeface="Batang"/>
              <a:cs typeface="Batang"/>
              <a:sym typeface="Batang"/>
            </a:endParaRPr>
          </a:p>
          <a:p>
            <a:pPr marL="342900" marR="0" lvl="0" indent="-306000" algn="l" rtl="0">
              <a:lnSpc>
                <a:spcPct val="100000"/>
              </a:lnSpc>
              <a:spcBef>
                <a:spcPts val="960"/>
              </a:spcBef>
              <a:spcAft>
                <a:spcPts val="0"/>
              </a:spcAft>
              <a:buClr>
                <a:schemeClr val="lt2"/>
              </a:buClr>
              <a:buSzPts val="1260"/>
              <a:buFont typeface="Noto Sans Symbols"/>
              <a:buChar char="❖"/>
            </a:pPr>
            <a:r>
              <a:rPr lang="en-US" sz="1800">
                <a:solidFill>
                  <a:schemeClr val="lt1"/>
                </a:solidFill>
                <a:latin typeface="Batang"/>
                <a:ea typeface="Batang"/>
                <a:cs typeface="Batang"/>
                <a:sym typeface="Batang"/>
              </a:rPr>
              <a:t>어떤 프로그램을 외부 환경과 격리시켜 구동할 수 있게 해주는 </a:t>
            </a:r>
            <a:r>
              <a:rPr lang="en-US" sz="1800" b="1">
                <a:solidFill>
                  <a:schemeClr val="lt1"/>
                </a:solidFill>
                <a:latin typeface="Batang"/>
                <a:ea typeface="Batang"/>
                <a:cs typeface="Batang"/>
                <a:sym typeface="Batang"/>
              </a:rPr>
              <a:t>소프트웨어</a:t>
            </a:r>
            <a:endParaRPr sz="1800" b="1">
              <a:solidFill>
                <a:schemeClr val="lt1"/>
              </a:solidFill>
              <a:latin typeface="Batang"/>
              <a:ea typeface="Batang"/>
              <a:cs typeface="Batang"/>
              <a:sym typeface="Batang"/>
            </a:endParaRPr>
          </a:p>
        </p:txBody>
      </p:sp>
      <p:grpSp>
        <p:nvGrpSpPr>
          <p:cNvPr id="270" name="Google Shape;270;p12"/>
          <p:cNvGrpSpPr/>
          <p:nvPr/>
        </p:nvGrpSpPr>
        <p:grpSpPr>
          <a:xfrm>
            <a:off x="1955375" y="2702728"/>
            <a:ext cx="4200328" cy="3637104"/>
            <a:chOff x="3878443" y="2702727"/>
            <a:chExt cx="4200328" cy="3637104"/>
          </a:xfrm>
        </p:grpSpPr>
        <p:pic>
          <p:nvPicPr>
            <p:cNvPr id="271" name="Google Shape;271;p12" descr="docker asustor NAS"/>
            <p:cNvPicPr preferRelativeResize="0"/>
            <p:nvPr/>
          </p:nvPicPr>
          <p:blipFill rotWithShape="1">
            <a:blip r:embed="rId3">
              <a:alphaModFix/>
            </a:blip>
            <a:srcRect/>
            <a:stretch/>
          </p:blipFill>
          <p:spPr>
            <a:xfrm>
              <a:off x="3878443" y="2702727"/>
              <a:ext cx="3738415" cy="3225470"/>
            </a:xfrm>
            <a:prstGeom prst="rect">
              <a:avLst/>
            </a:prstGeom>
            <a:noFill/>
            <a:ln>
              <a:noFill/>
            </a:ln>
          </p:spPr>
        </p:pic>
        <p:sp>
          <p:nvSpPr>
            <p:cNvPr id="272" name="Google Shape;272;p12"/>
            <p:cNvSpPr txBox="1"/>
            <p:nvPr/>
          </p:nvSpPr>
          <p:spPr>
            <a:xfrm>
              <a:off x="3878443" y="6032054"/>
              <a:ext cx="42003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https://www.asustor.com/ko/solution/what_is_docker</a:t>
              </a:r>
              <a:r>
                <a:rPr lang="en-US" sz="1400">
                  <a:solidFill>
                    <a:schemeClr val="lt1"/>
                  </a:solidFill>
                  <a:latin typeface="Sorts Mill Goudy"/>
                  <a:ea typeface="Sorts Mill Goudy"/>
                  <a:cs typeface="Sorts Mill Goudy"/>
                  <a:sym typeface="Sorts Mill Goudy"/>
                </a:rPr>
                <a:t> </a:t>
              </a:r>
              <a:endParaRPr/>
            </a:p>
          </p:txBody>
        </p:sp>
      </p:grpSp>
      <p:pic>
        <p:nvPicPr>
          <p:cNvPr id="273" name="Google Shape;273;p12" descr="물 속의 큰 배"/>
          <p:cNvPicPr preferRelativeResize="0"/>
          <p:nvPr/>
        </p:nvPicPr>
        <p:blipFill rotWithShape="1">
          <a:blip r:embed="rId5">
            <a:alphaModFix/>
          </a:blip>
          <a:srcRect/>
          <a:stretch/>
        </p:blipFill>
        <p:spPr>
          <a:xfrm>
            <a:off x="6262553" y="2702727"/>
            <a:ext cx="3428202" cy="22866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Container</a:t>
            </a:r>
            <a:endParaRPr/>
          </a:p>
        </p:txBody>
      </p:sp>
      <p:sp>
        <p:nvSpPr>
          <p:cNvPr id="281" name="Google Shape;281;p1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82" name="Google Shape;282;p13"/>
          <p:cNvSpPr txBox="1"/>
          <p:nvPr/>
        </p:nvSpPr>
        <p:spPr>
          <a:xfrm>
            <a:off x="888267" y="1213842"/>
            <a:ext cx="10379289" cy="118056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p>
            <a:pPr marL="342900" marR="0" lvl="0" indent="-306000" algn="l" rtl="0">
              <a:lnSpc>
                <a:spcPct val="150000"/>
              </a:lnSpc>
              <a:spcBef>
                <a:spcPts val="0"/>
              </a:spcBef>
              <a:spcAft>
                <a:spcPts val="0"/>
              </a:spcAft>
              <a:buClr>
                <a:schemeClr val="lt2"/>
              </a:buClr>
              <a:buSzPts val="1260"/>
              <a:buFont typeface="Noto Sans Symbols"/>
              <a:buChar char="❖"/>
            </a:pPr>
            <a:r>
              <a:rPr lang="en-US" sz="1800" b="1">
                <a:solidFill>
                  <a:srgbClr val="00B0F0"/>
                </a:solidFill>
                <a:latin typeface="Batang"/>
                <a:ea typeface="Batang"/>
                <a:cs typeface="Batang"/>
                <a:sym typeface="Batang"/>
              </a:rPr>
              <a:t>컨테이너(Container)</a:t>
            </a:r>
            <a:r>
              <a:rPr lang="en-US" sz="1800">
                <a:solidFill>
                  <a:schemeClr val="lt1"/>
                </a:solidFill>
                <a:latin typeface="Batang"/>
                <a:ea typeface="Batang"/>
                <a:cs typeface="Batang"/>
                <a:sym typeface="Batang"/>
              </a:rPr>
              <a:t>란 OS 사에 논리적인 영역을 구축하여 애플리케이션이 작동하는데 필요한 요소만을 모아(오버헤드가 없음) 별도의 서버처럼 격리되어 동작하는 것</a:t>
            </a:r>
            <a:endParaRPr sz="1800" b="1">
              <a:solidFill>
                <a:schemeClr val="lt1"/>
              </a:solidFill>
              <a:latin typeface="Batang"/>
              <a:ea typeface="Batang"/>
              <a:cs typeface="Batang"/>
              <a:sym typeface="Batang"/>
            </a:endParaRPr>
          </a:p>
        </p:txBody>
      </p:sp>
      <p:grpSp>
        <p:nvGrpSpPr>
          <p:cNvPr id="283" name="Google Shape;283;p13"/>
          <p:cNvGrpSpPr/>
          <p:nvPr/>
        </p:nvGrpSpPr>
        <p:grpSpPr>
          <a:xfrm>
            <a:off x="1955375" y="2702727"/>
            <a:ext cx="4371680" cy="3533792"/>
            <a:chOff x="1955375" y="2702727"/>
            <a:chExt cx="4371680" cy="3533792"/>
          </a:xfrm>
        </p:grpSpPr>
        <p:sp>
          <p:nvSpPr>
            <p:cNvPr id="284" name="Google Shape;284;p13"/>
            <p:cNvSpPr txBox="1"/>
            <p:nvPr/>
          </p:nvSpPr>
          <p:spPr>
            <a:xfrm>
              <a:off x="1955375" y="5928742"/>
              <a:ext cx="437168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chemeClr val="lt1"/>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https://www.docker.com/resources/what-container/</a:t>
              </a:r>
              <a:r>
                <a:rPr lang="en-US" sz="1400">
                  <a:solidFill>
                    <a:schemeClr val="lt1"/>
                  </a:solidFill>
                  <a:latin typeface="Sorts Mill Goudy"/>
                  <a:ea typeface="Sorts Mill Goudy"/>
                  <a:cs typeface="Sorts Mill Goudy"/>
                  <a:sym typeface="Sorts Mill Goudy"/>
                </a:rPr>
                <a:t> </a:t>
              </a:r>
              <a:endParaRPr/>
            </a:p>
          </p:txBody>
        </p:sp>
        <p:pic>
          <p:nvPicPr>
            <p:cNvPr id="285" name="Google Shape;285;p13"/>
            <p:cNvPicPr preferRelativeResize="0"/>
            <p:nvPr/>
          </p:nvPicPr>
          <p:blipFill rotWithShape="1">
            <a:blip r:embed="rId4">
              <a:alphaModFix/>
            </a:blip>
            <a:srcRect/>
            <a:stretch/>
          </p:blipFill>
          <p:spPr>
            <a:xfrm>
              <a:off x="2058569" y="2702727"/>
              <a:ext cx="3839845" cy="3225470"/>
            </a:xfrm>
            <a:prstGeom prst="rect">
              <a:avLst/>
            </a:prstGeom>
            <a:noFill/>
            <a:ln>
              <a:noFill/>
            </a:ln>
          </p:spPr>
        </p:pic>
      </p:grpSp>
      <p:pic>
        <p:nvPicPr>
          <p:cNvPr id="286" name="Google Shape;286;p13" descr="assorted-color filed 복합 운송 컨테이너"/>
          <p:cNvPicPr preferRelativeResize="0"/>
          <p:nvPr/>
        </p:nvPicPr>
        <p:blipFill rotWithShape="1">
          <a:blip r:embed="rId5">
            <a:alphaModFix/>
          </a:blip>
          <a:srcRect/>
          <a:stretch/>
        </p:blipFill>
        <p:spPr>
          <a:xfrm>
            <a:off x="6463653" y="2702727"/>
            <a:ext cx="3455378" cy="225290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20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WSL2 Installation</a:t>
            </a:r>
            <a:endParaRPr/>
          </a:p>
        </p:txBody>
      </p:sp>
      <p:sp>
        <p:nvSpPr>
          <p:cNvPr id="292" name="Google Shape;292;p1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293" name="Google Shape;293;p14"/>
          <p:cNvSpPr txBox="1"/>
          <p:nvPr/>
        </p:nvSpPr>
        <p:spPr>
          <a:xfrm>
            <a:off x="733367" y="905522"/>
            <a:ext cx="11458633"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PS C:\WINDOWS\system32&gt; wsl --install</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Ubuntu이(가) 이미 설치되어 있습니다.</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Ubuntu을(를) 시작하는 중...</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To run a command as administrator (user "root"), use "sudo &lt;command&gt;".</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See "man sudo_root" for details.</a:t>
            </a:r>
            <a:endParaRPr/>
          </a:p>
          <a:p>
            <a:pPr marL="0" marR="0" lvl="0" indent="0" algn="l" rtl="0">
              <a:spcBef>
                <a:spcPts val="0"/>
              </a:spcBef>
              <a:spcAft>
                <a:spcPts val="0"/>
              </a:spcAft>
              <a:buNone/>
            </a:pPr>
            <a:endParaRPr sz="16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 ls</a:t>
            </a:r>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 ls -al</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total 28</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drwxr-x--- 3 ancestor9 ancestor9 4096 Dec 20 00:06 .</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drwxr-xr-x 3 root      root      4096 Dec 19 23:02 ..</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-rw------- 1 ancestor9 ancestor9  179 Dec 20 10:53 .bash_history</a:t>
            </a:r>
            <a:endParaRPr sz="1600">
              <a:solidFill>
                <a:srgbClr val="00B05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-rw-r--r-- 1 ancestor9 ancestor9  220 Dec 19 23:02 .bash_logout</a:t>
            </a:r>
            <a:endParaRPr sz="1600">
              <a:solidFill>
                <a:srgbClr val="00B05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-rw-r--r-- 1 ancestor9 ancestor9 3771 Dec 19 23:02 .bashrc</a:t>
            </a:r>
            <a:endParaRPr sz="1600">
              <a:solidFill>
                <a:srgbClr val="00B05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drwx------ 2 ancestor9 ancestor9 4096 Dec 19 23:02 .cache</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-rw-r--r-- 1 ancestor9 ancestor9    0 Dec 20 10:42 .motd_shown</a:t>
            </a:r>
            <a:endParaRPr sz="1600">
              <a:solidFill>
                <a:srgbClr val="00B05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-rw-r--r-- 1 ancestor9 ancestor9  807 Dec 19 23:02 .profile</a:t>
            </a:r>
            <a:endParaRPr/>
          </a:p>
          <a:p>
            <a:pPr marL="0" marR="0" lvl="0" indent="0" algn="l" rtl="0">
              <a:spcBef>
                <a:spcPts val="0"/>
              </a:spcBef>
              <a:spcAft>
                <a:spcPts val="0"/>
              </a:spcAft>
              <a:buNone/>
            </a:pPr>
            <a:endParaRPr sz="1600">
              <a:solidFill>
                <a:srgbClr val="00B05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PS C:\WINDOWS\system32&gt; wsl -l -v</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NAME                   STATE           VERSION</a:t>
            </a:r>
            <a:endParaRPr/>
          </a:p>
          <a:p>
            <a:pPr marL="0" marR="0" lvl="0" indent="0" algn="l" rtl="0">
              <a:spcBef>
                <a:spcPts val="0"/>
              </a:spcBef>
              <a:spcAft>
                <a:spcPts val="0"/>
              </a:spcAft>
              <a:buNone/>
            </a:pPr>
            <a:r>
              <a:rPr lang="en-US" sz="1600">
                <a:solidFill>
                  <a:srgbClr val="00B050"/>
                </a:solidFill>
                <a:latin typeface="Sorts Mill Goudy"/>
                <a:ea typeface="Sorts Mill Goudy"/>
                <a:cs typeface="Sorts Mill Goudy"/>
                <a:sym typeface="Sorts Mill Goudy"/>
              </a:rPr>
              <a:t>Ubuntu                 Running         2</a:t>
            </a:r>
            <a:endParaRPr/>
          </a:p>
        </p:txBody>
      </p:sp>
      <p:sp>
        <p:nvSpPr>
          <p:cNvPr id="294" name="Google Shape;294;p14"/>
          <p:cNvSpPr/>
          <p:nvPr/>
        </p:nvSpPr>
        <p:spPr>
          <a:xfrm>
            <a:off x="7584141" y="5036154"/>
            <a:ext cx="3836894" cy="766439"/>
          </a:xfrm>
          <a:prstGeom prst="roundRect">
            <a:avLst>
              <a:gd name="adj" fmla="val 16667"/>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Window 11 Home</a:t>
            </a:r>
            <a:endParaRPr sz="1800">
              <a:solidFill>
                <a:schemeClr val="lt1"/>
              </a:solidFill>
              <a:latin typeface="Arial"/>
              <a:ea typeface="Arial"/>
              <a:cs typeface="Arial"/>
              <a:sym typeface="Arial"/>
            </a:endParaRPr>
          </a:p>
        </p:txBody>
      </p:sp>
      <p:sp>
        <p:nvSpPr>
          <p:cNvPr id="295" name="Google Shape;295;p14"/>
          <p:cNvSpPr/>
          <p:nvPr/>
        </p:nvSpPr>
        <p:spPr>
          <a:xfrm>
            <a:off x="7584141" y="4193515"/>
            <a:ext cx="3836894" cy="766439"/>
          </a:xfrm>
          <a:prstGeom prst="roundRect">
            <a:avLst>
              <a:gd name="adj" fmla="val 16667"/>
            </a:avLst>
          </a:prstGeom>
          <a:solidFill>
            <a:srgbClr val="FFC00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WSL2</a:t>
            </a:r>
            <a:endParaRPr sz="1800">
              <a:solidFill>
                <a:schemeClr val="lt1"/>
              </a:solidFill>
              <a:latin typeface="Arial"/>
              <a:ea typeface="Arial"/>
              <a:cs typeface="Arial"/>
              <a:sym typeface="Arial"/>
            </a:endParaRPr>
          </a:p>
        </p:txBody>
      </p:sp>
      <p:sp>
        <p:nvSpPr>
          <p:cNvPr id="296" name="Google Shape;296;p14"/>
          <p:cNvSpPr/>
          <p:nvPr/>
        </p:nvSpPr>
        <p:spPr>
          <a:xfrm>
            <a:off x="7562570" y="3341868"/>
            <a:ext cx="3836894" cy="766439"/>
          </a:xfrm>
          <a:prstGeom prst="roundRect">
            <a:avLst>
              <a:gd name="adj" fmla="val 16667"/>
            </a:avLst>
          </a:prstGeom>
          <a:solidFill>
            <a:schemeClr val="accent6"/>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Ubuntu</a:t>
            </a:r>
            <a:endParaRPr sz="1800">
              <a:solidFill>
                <a:schemeClr val="lt1"/>
              </a:solidFill>
              <a:latin typeface="Arial"/>
              <a:ea typeface="Arial"/>
              <a:cs typeface="Arial"/>
              <a:sym typeface="Arial"/>
            </a:endParaRPr>
          </a:p>
        </p:txBody>
      </p:sp>
      <p:pic>
        <p:nvPicPr>
          <p:cNvPr id="297" name="Google Shape;297;p14" descr="리눅스 (Linux) 명령어] 우분투(Ubuntu) 버전 확인하는 방법들! : 네이버 블로그"/>
          <p:cNvPicPr preferRelativeResize="0"/>
          <p:nvPr/>
        </p:nvPicPr>
        <p:blipFill rotWithShape="1">
          <a:blip r:embed="rId3">
            <a:alphaModFix/>
          </a:blip>
          <a:srcRect/>
          <a:stretch/>
        </p:blipFill>
        <p:spPr>
          <a:xfrm>
            <a:off x="7731162" y="3460870"/>
            <a:ext cx="686696" cy="5284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Desktop on Ubuntu</a:t>
            </a:r>
            <a:endParaRPr/>
          </a:p>
        </p:txBody>
      </p:sp>
      <p:sp>
        <p:nvSpPr>
          <p:cNvPr id="303" name="Google Shape;303;p1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304" name="Google Shape;304;p15"/>
          <p:cNvSpPr txBox="1"/>
          <p:nvPr/>
        </p:nvSpPr>
        <p:spPr>
          <a:xfrm>
            <a:off x="546846" y="1150229"/>
            <a:ext cx="11035553" cy="480131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b="1">
                <a:solidFill>
                  <a:schemeClr val="lt1"/>
                </a:solidFill>
                <a:latin typeface="Sorts Mill Goudy"/>
                <a:ea typeface="Sorts Mill Goudy"/>
                <a:cs typeface="Sorts Mill Goudy"/>
                <a:sym typeface="Sorts Mill Goudy"/>
              </a:rPr>
              <a:t>With Docker Desktop running on WSL2, </a:t>
            </a:r>
            <a:r>
              <a:rPr lang="en-US" sz="1800">
                <a:solidFill>
                  <a:schemeClr val="lt1"/>
                </a:solidFill>
                <a:latin typeface="Sorts Mill Goudy"/>
                <a:ea typeface="Sorts Mill Goudy"/>
                <a:cs typeface="Sorts Mill Goudy"/>
                <a:sym typeface="Sorts Mill Goudy"/>
              </a:rPr>
              <a:t>users can leverage Linux workspaces and avoid having to maintain both Linux and Windows build scripts</a:t>
            </a:r>
            <a:endParaRPr/>
          </a:p>
          <a:p>
            <a:pPr marL="285750" marR="0" lvl="0" indent="-285750" algn="l" rtl="0">
              <a:spcBef>
                <a:spcPts val="0"/>
              </a:spcBef>
              <a:spcAft>
                <a:spcPts val="0"/>
              </a:spcAft>
              <a:buClr>
                <a:schemeClr val="lt1"/>
              </a:buClr>
              <a:buSzPts val="1800"/>
              <a:buFont typeface="Noto Sans Symbols"/>
              <a:buChar char="▪"/>
            </a:pPr>
            <a:r>
              <a:rPr lang="en-US" sz="1800" u="sng">
                <a:solidFill>
                  <a:schemeClr val="lt1"/>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https://docs.docker.com/engine/install/ubuntu/</a:t>
            </a:r>
            <a:r>
              <a:rPr lang="en-US" sz="1800">
                <a:solidFill>
                  <a:schemeClr val="lt1"/>
                </a:solidFill>
                <a:latin typeface="Sorts Mill Goudy"/>
                <a:ea typeface="Sorts Mill Goudy"/>
                <a:cs typeface="Sorts Mill Goudy"/>
                <a:sym typeface="Sorts Mill Goudy"/>
              </a:rPr>
              <a:t> </a:t>
            </a:r>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171450" algn="l" rtl="0">
              <a:spcBef>
                <a:spcPts val="0"/>
              </a:spcBef>
              <a:spcAft>
                <a:spcPts val="0"/>
              </a:spcAft>
              <a:buClr>
                <a:schemeClr val="lt1"/>
              </a:buClr>
              <a:buSzPts val="1800"/>
              <a:buFont typeface="Noto Sans Symbols"/>
              <a:buNone/>
            </a:pPr>
            <a:endParaRPr sz="1800">
              <a:solidFill>
                <a:schemeClr val="lt1"/>
              </a:solidFill>
              <a:latin typeface="Sorts Mill Goudy"/>
              <a:ea typeface="Sorts Mill Goudy"/>
              <a:cs typeface="Sorts Mill Goudy"/>
              <a:sym typeface="Sorts Mill Goudy"/>
            </a:endParaRPr>
          </a:p>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Sorts Mill Goudy"/>
                <a:ea typeface="Sorts Mill Goudy"/>
                <a:cs typeface="Sorts Mill Goudy"/>
                <a:sym typeface="Sorts Mill Goudy"/>
              </a:rPr>
              <a:t>ancestor9@DESKTOP-LMLFU0S:~$ sudo service docker start                                 # docker 시작하는 명령어</a:t>
            </a:r>
            <a:endParaRPr sz="1800">
              <a:solidFill>
                <a:schemeClr val="lt1"/>
              </a:solidFill>
              <a:latin typeface="Sorts Mill Goudy"/>
              <a:ea typeface="Sorts Mill Goudy"/>
              <a:cs typeface="Sorts Mill Goudy"/>
              <a:sym typeface="Sorts Mill Goudy"/>
            </a:endParaRPr>
          </a:p>
        </p:txBody>
      </p:sp>
      <p:pic>
        <p:nvPicPr>
          <p:cNvPr id="305" name="Google Shape;305;p15"/>
          <p:cNvPicPr preferRelativeResize="0"/>
          <p:nvPr/>
        </p:nvPicPr>
        <p:blipFill rotWithShape="1">
          <a:blip r:embed="rId4">
            <a:alphaModFix/>
          </a:blip>
          <a:srcRect/>
          <a:stretch/>
        </p:blipFill>
        <p:spPr>
          <a:xfrm>
            <a:off x="1095870" y="2318266"/>
            <a:ext cx="9418141" cy="29333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hub 가입하기</a:t>
            </a:r>
            <a:endParaRPr/>
          </a:p>
        </p:txBody>
      </p:sp>
      <p:sp>
        <p:nvSpPr>
          <p:cNvPr id="311" name="Google Shape;311;p1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312" name="Google Shape;312;p16"/>
          <p:cNvPicPr preferRelativeResize="0"/>
          <p:nvPr/>
        </p:nvPicPr>
        <p:blipFill rotWithShape="1">
          <a:blip r:embed="rId3">
            <a:alphaModFix/>
          </a:blip>
          <a:srcRect/>
          <a:stretch/>
        </p:blipFill>
        <p:spPr>
          <a:xfrm>
            <a:off x="1325270" y="2004711"/>
            <a:ext cx="9188741" cy="4085589"/>
          </a:xfrm>
          <a:prstGeom prst="rect">
            <a:avLst/>
          </a:prstGeom>
          <a:noFill/>
          <a:ln>
            <a:noFill/>
          </a:ln>
        </p:spPr>
      </p:pic>
      <p:sp>
        <p:nvSpPr>
          <p:cNvPr id="313" name="Google Shape;313;p16"/>
          <p:cNvSpPr/>
          <p:nvPr/>
        </p:nvSpPr>
        <p:spPr>
          <a:xfrm>
            <a:off x="6847927" y="2880258"/>
            <a:ext cx="2205318" cy="37292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55025" y="156640"/>
                </a:lnTo>
              </a:path>
            </a:pathLst>
          </a:custGeom>
          <a:solidFill>
            <a:srgbClr val="A5A5A5"/>
          </a:solid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MySQL Image</a:t>
            </a:r>
            <a:endParaRPr sz="1800" b="1">
              <a:solidFill>
                <a:schemeClr val="dk1"/>
              </a:solidFill>
              <a:latin typeface="Sorts Mill Goudy"/>
              <a:ea typeface="Sorts Mill Goudy"/>
              <a:cs typeface="Sorts Mill Goudy"/>
              <a:sym typeface="Sorts Mill Goudy"/>
            </a:endParaRPr>
          </a:p>
        </p:txBody>
      </p:sp>
      <p:sp>
        <p:nvSpPr>
          <p:cNvPr id="314" name="Google Shape;314;p16"/>
          <p:cNvSpPr/>
          <p:nvPr/>
        </p:nvSpPr>
        <p:spPr>
          <a:xfrm>
            <a:off x="6970475" y="4255637"/>
            <a:ext cx="2205318" cy="37292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55025" y="156640"/>
                </a:lnTo>
              </a:path>
            </a:pathLst>
          </a:custGeom>
          <a:solidFill>
            <a:srgbClr val="A5A5A5"/>
          </a:solidFill>
          <a:ln w="15875" cap="rnd"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MariaDB Image</a:t>
            </a:r>
            <a:endParaRPr sz="1800" b="1">
              <a:solidFill>
                <a:schemeClr val="dk1"/>
              </a:solidFill>
              <a:latin typeface="Sorts Mill Goudy"/>
              <a:ea typeface="Sorts Mill Goudy"/>
              <a:cs typeface="Sorts Mill Goudy"/>
              <a:sym typeface="Sorts Mill Goudy"/>
            </a:endParaRPr>
          </a:p>
        </p:txBody>
      </p:sp>
      <p:sp>
        <p:nvSpPr>
          <p:cNvPr id="315" name="Google Shape;315;p16"/>
          <p:cNvSpPr txBox="1"/>
          <p:nvPr/>
        </p:nvSpPr>
        <p:spPr>
          <a:xfrm>
            <a:off x="888267" y="1213842"/>
            <a:ext cx="10379289" cy="694137"/>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p>
            <a:pPr marL="342900" marR="0" lvl="0" indent="-306000" algn="l" rtl="0">
              <a:lnSpc>
                <a:spcPct val="150000"/>
              </a:lnSpc>
              <a:spcBef>
                <a:spcPts val="0"/>
              </a:spcBef>
              <a:spcAft>
                <a:spcPts val="0"/>
              </a:spcAft>
              <a:buClr>
                <a:schemeClr val="lt2"/>
              </a:buClr>
              <a:buSzPts val="1260"/>
              <a:buFont typeface="Noto Sans Symbols"/>
              <a:buChar char="❖"/>
            </a:pPr>
            <a:r>
              <a:rPr lang="en-US" sz="1800" b="1">
                <a:solidFill>
                  <a:schemeClr val="lt1"/>
                </a:solidFill>
                <a:latin typeface="Batang"/>
                <a:ea typeface="Batang"/>
                <a:cs typeface="Batang"/>
                <a:sym typeface="Batang"/>
              </a:rPr>
              <a:t>도커 허브(</a:t>
            </a:r>
            <a:r>
              <a:rPr lang="en-US" sz="1800" b="1" u="sng">
                <a:solidFill>
                  <a:schemeClr val="lt1"/>
                </a:solidFill>
                <a:latin typeface="Batang"/>
                <a:ea typeface="Batang"/>
                <a:cs typeface="Batang"/>
                <a:sym typeface="Batang"/>
                <a:hlinkClick r:id="rId4">
                  <a:extLst>
                    <a:ext uri="{A12FA001-AC4F-418D-AE19-62706E023703}">
                      <ahyp:hlinkClr xmlns:ahyp="http://schemas.microsoft.com/office/drawing/2018/hyperlinkcolor" val="tx"/>
                    </a:ext>
                  </a:extLst>
                </a:hlinkClick>
              </a:rPr>
              <a:t>https://hub.docker.com/</a:t>
            </a:r>
            <a:r>
              <a:rPr lang="en-US" sz="1800" b="1">
                <a:solidFill>
                  <a:schemeClr val="lt1"/>
                </a:solidFill>
                <a:latin typeface="Batang"/>
                <a:ea typeface="Batang"/>
                <a:cs typeface="Batang"/>
                <a:sym typeface="Batang"/>
              </a:rPr>
              <a:t> ) 가입하기</a:t>
            </a:r>
            <a:endParaRPr sz="1800" b="1">
              <a:solidFill>
                <a:schemeClr val="lt1"/>
              </a:solidFill>
              <a:latin typeface="Batang"/>
              <a:ea typeface="Batang"/>
              <a:cs typeface="Batang"/>
              <a:sym typeface="Batang"/>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323" name="Google Shape;323;p17"/>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a:t>Introduction of Docker</a:t>
            </a:r>
            <a:endParaRPr/>
          </a:p>
          <a:p>
            <a:pPr marL="342900" lvl="0" indent="-306022" algn="l" rtl="0">
              <a:lnSpc>
                <a:spcPct val="200000"/>
              </a:lnSpc>
              <a:spcBef>
                <a:spcPts val="956"/>
              </a:spcBef>
              <a:spcAft>
                <a:spcPts val="0"/>
              </a:spcAft>
              <a:buSzPct val="70000"/>
              <a:buChar char="◈"/>
            </a:pPr>
            <a:r>
              <a:rPr lang="en-US" b="1" u="sng">
                <a:solidFill>
                  <a:srgbClr val="FFFF00"/>
                </a:solidFill>
              </a:rPr>
              <a:t>Understanding Docker</a:t>
            </a:r>
            <a:endParaRPr/>
          </a:p>
          <a:p>
            <a:pPr marL="342900" lvl="0" indent="-306022" algn="l" rtl="0">
              <a:lnSpc>
                <a:spcPct val="200000"/>
              </a:lnSpc>
              <a:spcBef>
                <a:spcPts val="956"/>
              </a:spcBef>
              <a:spcAft>
                <a:spcPts val="0"/>
              </a:spcAft>
              <a:buSzPct val="70000"/>
              <a:buChar char="◈"/>
            </a:pPr>
            <a:r>
              <a:rPr lang="en-US"/>
              <a:t>Docker 실습하기</a:t>
            </a:r>
            <a:endParaRPr/>
          </a:p>
          <a:p>
            <a:pPr marL="342900" lvl="0" indent="-306022" algn="l" rtl="0">
              <a:lnSpc>
                <a:spcPct val="200000"/>
              </a:lnSpc>
              <a:spcBef>
                <a:spcPts val="956"/>
              </a:spcBef>
              <a:spcAft>
                <a:spcPts val="0"/>
              </a:spcAft>
              <a:buSzPct val="70000"/>
              <a:buChar char="◈"/>
            </a:pPr>
            <a:r>
              <a:rPr lang="en-US"/>
              <a:t>Docker 용어 및 개념 분류</a:t>
            </a:r>
            <a:endParaRPr/>
          </a:p>
          <a:p>
            <a:pPr marL="342900" lvl="0" indent="-306022" algn="l" rtl="0">
              <a:lnSpc>
                <a:spcPct val="200000"/>
              </a:lnSpc>
              <a:spcBef>
                <a:spcPts val="956"/>
              </a:spcBef>
              <a:spcAft>
                <a:spcPts val="0"/>
              </a:spcAft>
              <a:buSzPct val="70000"/>
              <a:buChar char="◈"/>
            </a:pPr>
            <a:r>
              <a:rPr lang="en-US"/>
              <a:t>Docker Mechanism</a:t>
            </a:r>
            <a:endParaRPr/>
          </a:p>
          <a:p>
            <a:pPr marL="342900" lvl="0" indent="-306022" algn="l" rtl="0">
              <a:lnSpc>
                <a:spcPct val="200000"/>
              </a:lnSpc>
              <a:spcBef>
                <a:spcPts val="956"/>
              </a:spcBef>
              <a:spcAft>
                <a:spcPts val="0"/>
              </a:spcAft>
              <a:buSzPct val="70000"/>
              <a:buChar char="◈"/>
            </a:pPr>
            <a:r>
              <a:rPr lang="en-US"/>
              <a:t>Docker와 가상머신(VM)</a:t>
            </a:r>
            <a:endParaRPr/>
          </a:p>
          <a:p>
            <a:pPr marL="342900" lvl="0" indent="-306022" algn="l" rtl="0">
              <a:lnSpc>
                <a:spcPct val="200000"/>
              </a:lnSpc>
              <a:spcBef>
                <a:spcPts val="956"/>
              </a:spcBef>
              <a:spcAft>
                <a:spcPts val="0"/>
              </a:spcAft>
              <a:buSzPct val="70000"/>
              <a:buChar char="◈"/>
            </a:pPr>
            <a:r>
              <a:rPr lang="en-US"/>
              <a:t>2학기 개발환경 구성도</a:t>
            </a:r>
            <a:endParaRPr/>
          </a:p>
        </p:txBody>
      </p:sp>
      <p:sp>
        <p:nvSpPr>
          <p:cNvPr id="324" name="Google Shape;324;p1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Manual</a:t>
            </a:r>
            <a:endParaRPr/>
          </a:p>
        </p:txBody>
      </p:sp>
      <p:sp>
        <p:nvSpPr>
          <p:cNvPr id="330" name="Google Shape;330;p1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331" name="Google Shape;331;p18"/>
          <p:cNvSpPr txBox="1"/>
          <p:nvPr/>
        </p:nvSpPr>
        <p:spPr>
          <a:xfrm>
            <a:off x="546846" y="1150229"/>
            <a:ext cx="11035553" cy="36933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b="1">
                <a:solidFill>
                  <a:schemeClr val="lt1"/>
                </a:solidFill>
                <a:latin typeface="Sorts Mill Goudy"/>
                <a:ea typeface="Sorts Mill Goudy"/>
                <a:cs typeface="Sorts Mill Goudy"/>
                <a:sym typeface="Sorts Mill Goudy"/>
              </a:rPr>
              <a:t>Docker.documents manual </a:t>
            </a:r>
            <a:r>
              <a:rPr lang="en-US" sz="1800" b="1" u="sng">
                <a:solidFill>
                  <a:schemeClr val="lt1"/>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https://docs.docker.com/manuals/</a:t>
            </a:r>
            <a:r>
              <a:rPr lang="en-US" sz="1800" b="1">
                <a:solidFill>
                  <a:schemeClr val="lt1"/>
                </a:solidFill>
                <a:latin typeface="Sorts Mill Goudy"/>
                <a:ea typeface="Sorts Mill Goudy"/>
                <a:cs typeface="Sorts Mill Goudy"/>
                <a:sym typeface="Sorts Mill Goudy"/>
              </a:rPr>
              <a:t> </a:t>
            </a:r>
            <a:endParaRPr sz="1800">
              <a:solidFill>
                <a:schemeClr val="lt1"/>
              </a:solidFill>
              <a:latin typeface="Sorts Mill Goudy"/>
              <a:ea typeface="Sorts Mill Goudy"/>
              <a:cs typeface="Sorts Mill Goudy"/>
              <a:sym typeface="Sorts Mill Goudy"/>
            </a:endParaRPr>
          </a:p>
        </p:txBody>
      </p:sp>
      <p:pic>
        <p:nvPicPr>
          <p:cNvPr id="332" name="Google Shape;332;p18"/>
          <p:cNvPicPr preferRelativeResize="0"/>
          <p:nvPr/>
        </p:nvPicPr>
        <p:blipFill rotWithShape="1">
          <a:blip r:embed="rId4">
            <a:alphaModFix/>
          </a:blip>
          <a:srcRect/>
          <a:stretch/>
        </p:blipFill>
        <p:spPr>
          <a:xfrm>
            <a:off x="1545792" y="2158968"/>
            <a:ext cx="9606117" cy="3202039"/>
          </a:xfrm>
          <a:prstGeom prst="rect">
            <a:avLst/>
          </a:prstGeom>
          <a:noFill/>
          <a:ln>
            <a:noFill/>
          </a:ln>
        </p:spPr>
      </p:pic>
      <p:sp>
        <p:nvSpPr>
          <p:cNvPr id="333" name="Google Shape;333;p18"/>
          <p:cNvSpPr/>
          <p:nvPr/>
        </p:nvSpPr>
        <p:spPr>
          <a:xfrm>
            <a:off x="1310122" y="2633369"/>
            <a:ext cx="1894991" cy="2890738"/>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19"/>
          <p:cNvPicPr preferRelativeResize="0"/>
          <p:nvPr/>
        </p:nvPicPr>
        <p:blipFill rotWithShape="1">
          <a:blip r:embed="rId3">
            <a:alphaModFix/>
          </a:blip>
          <a:srcRect/>
          <a:stretch/>
        </p:blipFill>
        <p:spPr>
          <a:xfrm>
            <a:off x="1715363" y="1864838"/>
            <a:ext cx="6735855" cy="3970354"/>
          </a:xfrm>
          <a:prstGeom prst="rect">
            <a:avLst/>
          </a:prstGeom>
          <a:noFill/>
          <a:ln>
            <a:noFill/>
          </a:ln>
        </p:spPr>
      </p:pic>
      <p:sp>
        <p:nvSpPr>
          <p:cNvPr id="339" name="Google Shape;339;p1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container 구조</a:t>
            </a:r>
            <a:endParaRPr/>
          </a:p>
        </p:txBody>
      </p:sp>
      <p:sp>
        <p:nvSpPr>
          <p:cNvPr id="340" name="Google Shape;340;p1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341" name="Google Shape;341;p19"/>
          <p:cNvSpPr txBox="1"/>
          <p:nvPr/>
        </p:nvSpPr>
        <p:spPr>
          <a:xfrm>
            <a:off x="546846" y="1150229"/>
            <a:ext cx="11415768" cy="36933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Sorts Mill Goudy"/>
                <a:ea typeface="Sorts Mill Goudy"/>
                <a:cs typeface="Sorts Mill Goudy"/>
                <a:sym typeface="Sorts Mill Goudy"/>
              </a:rPr>
              <a:t>It's important to know how Docker builds and stores </a:t>
            </a:r>
            <a:r>
              <a:rPr lang="en-US" sz="1800" b="1">
                <a:solidFill>
                  <a:schemeClr val="lt1"/>
                </a:solidFill>
                <a:latin typeface="Sorts Mill Goudy"/>
                <a:ea typeface="Sorts Mill Goudy"/>
                <a:cs typeface="Sorts Mill Goudy"/>
                <a:sym typeface="Sorts Mill Goudy"/>
              </a:rPr>
              <a:t>images(R/O)</a:t>
            </a:r>
            <a:r>
              <a:rPr lang="en-US" sz="1800">
                <a:solidFill>
                  <a:schemeClr val="lt1"/>
                </a:solidFill>
                <a:latin typeface="Sorts Mill Goudy"/>
                <a:ea typeface="Sorts Mill Goudy"/>
                <a:cs typeface="Sorts Mill Goudy"/>
                <a:sym typeface="Sorts Mill Goudy"/>
              </a:rPr>
              <a:t>, and how these images are used by </a:t>
            </a:r>
            <a:r>
              <a:rPr lang="en-US" sz="1800" b="1">
                <a:solidFill>
                  <a:schemeClr val="lt1"/>
                </a:solidFill>
                <a:latin typeface="Sorts Mill Goudy"/>
                <a:ea typeface="Sorts Mill Goudy"/>
                <a:cs typeface="Sorts Mill Goudy"/>
                <a:sym typeface="Sorts Mill Goudy"/>
              </a:rPr>
              <a:t>containers(R/W)</a:t>
            </a:r>
            <a:r>
              <a:rPr lang="en-US" sz="1800">
                <a:solidFill>
                  <a:schemeClr val="lt1"/>
                </a:solidFill>
                <a:latin typeface="Sorts Mill Goudy"/>
                <a:ea typeface="Sorts Mill Goudy"/>
                <a:cs typeface="Sorts Mill Goudy"/>
                <a:sym typeface="Sorts Mill Goudy"/>
              </a:rPr>
              <a:t>.</a:t>
            </a:r>
            <a:endParaRPr/>
          </a:p>
        </p:txBody>
      </p:sp>
      <p:sp>
        <p:nvSpPr>
          <p:cNvPr id="342" name="Google Shape;342;p19"/>
          <p:cNvSpPr txBox="1"/>
          <p:nvPr/>
        </p:nvSpPr>
        <p:spPr>
          <a:xfrm>
            <a:off x="1715364" y="5911046"/>
            <a:ext cx="60944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https://docs.docker.com/storage/storagedriver/</a:t>
            </a:r>
            <a:r>
              <a:rPr lang="en-US" sz="1400" b="1">
                <a:solidFill>
                  <a:schemeClr val="lt1"/>
                </a:solidFill>
                <a:latin typeface="Sorts Mill Goudy"/>
                <a:ea typeface="Sorts Mill Goudy"/>
                <a:cs typeface="Sorts Mill Goudy"/>
                <a:sym typeface="Sorts Mill Goudy"/>
              </a:rPr>
              <a:t> </a:t>
            </a:r>
            <a:endParaRPr sz="1400">
              <a:solidFill>
                <a:schemeClr val="lt1"/>
              </a:solidFill>
              <a:latin typeface="Sorts Mill Goudy"/>
              <a:ea typeface="Sorts Mill Goudy"/>
              <a:cs typeface="Sorts Mill Goudy"/>
              <a:sym typeface="Sorts Mill Goudy"/>
            </a:endParaRPr>
          </a:p>
        </p:txBody>
      </p:sp>
      <p:sp>
        <p:nvSpPr>
          <p:cNvPr id="343" name="Google Shape;343;p19"/>
          <p:cNvSpPr/>
          <p:nvPr/>
        </p:nvSpPr>
        <p:spPr>
          <a:xfrm>
            <a:off x="7809792" y="2003229"/>
            <a:ext cx="2205318" cy="37292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60667" y="135406"/>
                </a:lnTo>
              </a:path>
            </a:pathLst>
          </a:custGeom>
          <a:solidFill>
            <a:srgbClr val="A5A5A5"/>
          </a:solidFill>
          <a:ln w="15875" cap="rnd"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Read/Write</a:t>
            </a:r>
            <a:endParaRPr sz="1800" b="1">
              <a:solidFill>
                <a:schemeClr val="dk1"/>
              </a:solidFill>
              <a:latin typeface="Sorts Mill Goudy"/>
              <a:ea typeface="Sorts Mill Goudy"/>
              <a:cs typeface="Sorts Mill Goudy"/>
              <a:sym typeface="Sorts Mill Goudy"/>
            </a:endParaRPr>
          </a:p>
        </p:txBody>
      </p:sp>
      <p:sp>
        <p:nvSpPr>
          <p:cNvPr id="344" name="Google Shape;344;p19"/>
          <p:cNvSpPr/>
          <p:nvPr/>
        </p:nvSpPr>
        <p:spPr>
          <a:xfrm>
            <a:off x="7809792" y="3749089"/>
            <a:ext cx="2205318" cy="37292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58103" y="126306"/>
                </a:lnTo>
              </a:path>
            </a:pathLst>
          </a:custGeom>
          <a:solidFill>
            <a:srgbClr val="A5A5A5"/>
          </a:solidFill>
          <a:ln w="15875" cap="rnd"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Read Only</a:t>
            </a:r>
            <a:endParaRPr sz="1800" b="1">
              <a:solidFill>
                <a:schemeClr val="dk1"/>
              </a:solidFill>
              <a:latin typeface="Sorts Mill Goudy"/>
              <a:ea typeface="Sorts Mill Goudy"/>
              <a:cs typeface="Sorts Mill Goudy"/>
              <a:sym typeface="Sorts Mill Goudy"/>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pic>
        <p:nvPicPr>
          <p:cNvPr id="349" name="Google Shape;349;p20"/>
          <p:cNvPicPr preferRelativeResize="0"/>
          <p:nvPr/>
        </p:nvPicPr>
        <p:blipFill rotWithShape="1">
          <a:blip r:embed="rId3">
            <a:alphaModFix/>
          </a:blip>
          <a:srcRect/>
          <a:stretch/>
        </p:blipFill>
        <p:spPr>
          <a:xfrm>
            <a:off x="1636351" y="2074154"/>
            <a:ext cx="8178483" cy="3722792"/>
          </a:xfrm>
          <a:prstGeom prst="rect">
            <a:avLst/>
          </a:prstGeom>
          <a:noFill/>
          <a:ln>
            <a:noFill/>
          </a:ln>
        </p:spPr>
      </p:pic>
      <p:sp>
        <p:nvSpPr>
          <p:cNvPr id="350" name="Google Shape;350;p2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container 구조</a:t>
            </a:r>
            <a:endParaRPr/>
          </a:p>
        </p:txBody>
      </p:sp>
      <p:sp>
        <p:nvSpPr>
          <p:cNvPr id="351" name="Google Shape;351;p2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352" name="Google Shape;352;p20"/>
          <p:cNvSpPr txBox="1"/>
          <p:nvPr/>
        </p:nvSpPr>
        <p:spPr>
          <a:xfrm>
            <a:off x="546846" y="1150229"/>
            <a:ext cx="11415768" cy="64633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Sorts Mill Goudy"/>
                <a:ea typeface="Sorts Mill Goudy"/>
                <a:cs typeface="Sorts Mill Goudy"/>
                <a:sym typeface="Sorts Mill Goudy"/>
              </a:rPr>
              <a:t>Because each container has its own writable container layer, and all changes are stored in this container layer, multiple containers can share access to the same underlying image and yet have their own data state.</a:t>
            </a:r>
            <a:endParaRPr/>
          </a:p>
        </p:txBody>
      </p:sp>
      <p:sp>
        <p:nvSpPr>
          <p:cNvPr id="353" name="Google Shape;353;p20"/>
          <p:cNvSpPr txBox="1"/>
          <p:nvPr/>
        </p:nvSpPr>
        <p:spPr>
          <a:xfrm>
            <a:off x="1715364" y="5911046"/>
            <a:ext cx="60944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https://docs.docker.com/storage/storagedriver/</a:t>
            </a:r>
            <a:r>
              <a:rPr lang="en-US" sz="1400" b="1">
                <a:solidFill>
                  <a:schemeClr val="lt1"/>
                </a:solidFill>
                <a:latin typeface="Sorts Mill Goudy"/>
                <a:ea typeface="Sorts Mill Goudy"/>
                <a:cs typeface="Sorts Mill Goudy"/>
                <a:sym typeface="Sorts Mill Goudy"/>
              </a:rPr>
              <a:t> </a:t>
            </a:r>
            <a:endParaRPr sz="1400">
              <a:solidFill>
                <a:schemeClr val="lt1"/>
              </a:solidFill>
              <a:latin typeface="Sorts Mill Goudy"/>
              <a:ea typeface="Sorts Mill Goudy"/>
              <a:cs typeface="Sorts Mill Goudy"/>
              <a:sym typeface="Sorts Mill Goudy"/>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361" name="Google Shape;361;p21"/>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a:t>Introduction of Docker</a:t>
            </a:r>
            <a:endParaRPr/>
          </a:p>
          <a:p>
            <a:pPr marL="342900" lvl="0" indent="-306022" algn="l" rtl="0">
              <a:lnSpc>
                <a:spcPct val="200000"/>
              </a:lnSpc>
              <a:spcBef>
                <a:spcPts val="956"/>
              </a:spcBef>
              <a:spcAft>
                <a:spcPts val="0"/>
              </a:spcAft>
              <a:buSzPct val="70000"/>
              <a:buChar char="◈"/>
            </a:pPr>
            <a:r>
              <a:rPr lang="en-US"/>
              <a:t>Understanding Docker</a:t>
            </a:r>
            <a:endParaRPr/>
          </a:p>
          <a:p>
            <a:pPr marL="342900" lvl="0" indent="-306022" algn="l" rtl="0">
              <a:lnSpc>
                <a:spcPct val="200000"/>
              </a:lnSpc>
              <a:spcBef>
                <a:spcPts val="956"/>
              </a:spcBef>
              <a:spcAft>
                <a:spcPts val="0"/>
              </a:spcAft>
              <a:buSzPct val="70000"/>
              <a:buChar char="◈"/>
            </a:pPr>
            <a:r>
              <a:rPr lang="en-US" b="1" u="sng">
                <a:solidFill>
                  <a:srgbClr val="FFFF00"/>
                </a:solidFill>
              </a:rPr>
              <a:t>Docker 실습하기</a:t>
            </a:r>
            <a:endParaRPr b="1" u="sng">
              <a:solidFill>
                <a:srgbClr val="FFFF00"/>
              </a:solidFill>
            </a:endParaRPr>
          </a:p>
          <a:p>
            <a:pPr marL="342900" lvl="0" indent="-306022" algn="l" rtl="0">
              <a:lnSpc>
                <a:spcPct val="200000"/>
              </a:lnSpc>
              <a:spcBef>
                <a:spcPts val="956"/>
              </a:spcBef>
              <a:spcAft>
                <a:spcPts val="0"/>
              </a:spcAft>
              <a:buSzPct val="70000"/>
              <a:buChar char="◈"/>
            </a:pPr>
            <a:r>
              <a:rPr lang="en-US"/>
              <a:t>Docker 용어 및 개념 분류</a:t>
            </a:r>
            <a:endParaRPr/>
          </a:p>
          <a:p>
            <a:pPr marL="342900" lvl="0" indent="-306022" algn="l" rtl="0">
              <a:lnSpc>
                <a:spcPct val="200000"/>
              </a:lnSpc>
              <a:spcBef>
                <a:spcPts val="956"/>
              </a:spcBef>
              <a:spcAft>
                <a:spcPts val="0"/>
              </a:spcAft>
              <a:buSzPct val="70000"/>
              <a:buChar char="◈"/>
            </a:pPr>
            <a:r>
              <a:rPr lang="en-US"/>
              <a:t>Docker Mechanism</a:t>
            </a:r>
            <a:endParaRPr/>
          </a:p>
          <a:p>
            <a:pPr marL="342900" lvl="0" indent="-306022" algn="l" rtl="0">
              <a:lnSpc>
                <a:spcPct val="200000"/>
              </a:lnSpc>
              <a:spcBef>
                <a:spcPts val="956"/>
              </a:spcBef>
              <a:spcAft>
                <a:spcPts val="0"/>
              </a:spcAft>
              <a:buSzPct val="70000"/>
              <a:buChar char="◈"/>
            </a:pPr>
            <a:r>
              <a:rPr lang="en-US"/>
              <a:t>Docker와 가상머신(VM)</a:t>
            </a:r>
            <a:endParaRPr/>
          </a:p>
          <a:p>
            <a:pPr marL="342900" lvl="0" indent="-306022" algn="l" rtl="0">
              <a:lnSpc>
                <a:spcPct val="200000"/>
              </a:lnSpc>
              <a:spcBef>
                <a:spcPts val="956"/>
              </a:spcBef>
              <a:spcAft>
                <a:spcPts val="0"/>
              </a:spcAft>
              <a:buSzPct val="70000"/>
              <a:buChar char="◈"/>
            </a:pPr>
            <a:r>
              <a:rPr lang="en-US"/>
              <a:t>2학기 개발환경 구성도</a:t>
            </a:r>
            <a:endParaRPr/>
          </a:p>
        </p:txBody>
      </p:sp>
      <p:sp>
        <p:nvSpPr>
          <p:cNvPr id="362" name="Google Shape;362;p2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실습하기</a:t>
            </a:r>
            <a:endParaRPr/>
          </a:p>
        </p:txBody>
      </p:sp>
      <p:sp>
        <p:nvSpPr>
          <p:cNvPr id="368" name="Google Shape;368;p2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69" name="Google Shape;369;p22" descr="나무 배경에 영화 클래퍼입니다. 3d 그림"/>
          <p:cNvPicPr preferRelativeResize="0"/>
          <p:nvPr/>
        </p:nvPicPr>
        <p:blipFill rotWithShape="1">
          <a:blip r:embed="rId3">
            <a:alphaModFix/>
          </a:blip>
          <a:srcRect/>
          <a:stretch/>
        </p:blipFill>
        <p:spPr>
          <a:xfrm>
            <a:off x="1333500" y="1047750"/>
            <a:ext cx="9525000" cy="4762500"/>
          </a:xfrm>
          <a:prstGeom prst="rect">
            <a:avLst/>
          </a:prstGeom>
          <a:noFill/>
          <a:ln>
            <a:noFill/>
          </a:ln>
        </p:spPr>
      </p:pic>
      <p:sp>
        <p:nvSpPr>
          <p:cNvPr id="370" name="Google Shape;370;p22"/>
          <p:cNvSpPr txBox="1"/>
          <p:nvPr/>
        </p:nvSpPr>
        <p:spPr>
          <a:xfrm rot="1558658">
            <a:off x="3491485" y="4278091"/>
            <a:ext cx="33983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Arial"/>
                <a:ea typeface="Arial"/>
                <a:cs typeface="Arial"/>
                <a:sym typeface="Arial"/>
              </a:rPr>
              <a:t>docker run / build</a:t>
            </a:r>
            <a:endParaRPr sz="1800" b="1">
              <a:solidFill>
                <a:srgbClr val="FFFF00"/>
              </a:solidFill>
              <a:latin typeface="Arial"/>
              <a:ea typeface="Arial"/>
              <a:cs typeface="Arial"/>
              <a:sym typeface="Arial"/>
            </a:endParaRPr>
          </a:p>
        </p:txBody>
      </p:sp>
      <p:sp>
        <p:nvSpPr>
          <p:cNvPr id="371" name="Google Shape;371;p22"/>
          <p:cNvSpPr txBox="1"/>
          <p:nvPr/>
        </p:nvSpPr>
        <p:spPr>
          <a:xfrm rot="1416959">
            <a:off x="4138360" y="3858903"/>
            <a:ext cx="6136856" cy="455528"/>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fontScale="97500"/>
          </a:bodyPr>
          <a:lstStyle/>
          <a:p>
            <a:pPr marL="0" marR="0" lvl="0" indent="0" algn="ctr" rtl="0">
              <a:lnSpc>
                <a:spcPct val="90000"/>
              </a:lnSpc>
              <a:spcBef>
                <a:spcPts val="0"/>
              </a:spcBef>
              <a:spcAft>
                <a:spcPts val="0"/>
              </a:spcAft>
              <a:buClr>
                <a:srgbClr val="FFFF00"/>
              </a:buClr>
              <a:buSzPct val="100000"/>
              <a:buFont typeface="Batang"/>
              <a:buNone/>
            </a:pPr>
            <a:r>
              <a:rPr lang="en-US" sz="1600" b="1" u="sng">
                <a:solidFill>
                  <a:srgbClr val="FFFF00"/>
                </a:solidFill>
                <a:latin typeface="Batang"/>
                <a:ea typeface="Batang"/>
                <a:cs typeface="Batang"/>
                <a:sym typeface="Batang"/>
                <a:hlinkClick r:id="rId4">
                  <a:extLst>
                    <a:ext uri="{A12FA001-AC4F-418D-AE19-62706E023703}">
                      <ahyp:hlinkClr xmlns:ahyp="http://schemas.microsoft.com/office/drawing/2018/hyperlinkcolor" val="tx"/>
                    </a:ext>
                  </a:extLst>
                </a:hlinkClick>
              </a:rPr>
              <a:t>Beginner’s guide to use docker (Build, Run, Push and Pull)</a:t>
            </a:r>
            <a:endParaRPr sz="1600" b="1">
              <a:solidFill>
                <a:srgbClr val="FFFF00"/>
              </a:solidFill>
              <a:latin typeface="Batang"/>
              <a:ea typeface="Batang"/>
              <a:cs typeface="Batang"/>
              <a:sym typeface="Batang"/>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Basic docker commands</a:t>
            </a:r>
            <a:endParaRPr/>
          </a:p>
        </p:txBody>
      </p:sp>
      <p:sp>
        <p:nvSpPr>
          <p:cNvPr id="377" name="Google Shape;377;p2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378" name="Google Shape;378;p23"/>
          <p:cNvSpPr txBox="1"/>
          <p:nvPr/>
        </p:nvSpPr>
        <p:spPr>
          <a:xfrm>
            <a:off x="690513" y="1140164"/>
            <a:ext cx="11206114" cy="4755108"/>
          </a:xfrm>
          <a:prstGeom prst="rect">
            <a:avLst/>
          </a:prstGeom>
          <a:noFill/>
          <a:ln>
            <a:noFill/>
          </a:ln>
        </p:spPr>
        <p:txBody>
          <a:bodyPr spcFirstLastPara="1" wrap="square" lIns="91425" tIns="45700" rIns="91425" bIns="45700" anchor="t" anchorCtr="0">
            <a:spAutoFit/>
          </a:bodyPr>
          <a:lstStyle/>
          <a:p>
            <a:pPr>
              <a:lnSpc>
                <a:spcPct val="150000"/>
              </a:lnSpc>
            </a:pPr>
            <a:r>
              <a:rPr lang="en-US" altLang="ko-KR" sz="1600" dirty="0">
                <a:solidFill>
                  <a:schemeClr val="lt1"/>
                </a:solidFill>
                <a:latin typeface="Sorts Mill Goudy"/>
                <a:ea typeface="Sorts Mill Goudy"/>
                <a:cs typeface="Sorts Mill Goudy"/>
                <a:sym typeface="Sorts Mill Goudy"/>
              </a:rPr>
              <a:t>ancestor9@DESKTOP-LMLFU0S:~$ </a:t>
            </a:r>
            <a:r>
              <a:rPr lang="en-US" altLang="ko-KR" sz="1600" b="1" dirty="0" err="1">
                <a:solidFill>
                  <a:srgbClr val="FFFF00"/>
                </a:solidFill>
                <a:latin typeface="Sorts Mill Goudy"/>
                <a:ea typeface="Sorts Mill Goudy"/>
                <a:cs typeface="Sorts Mill Goudy"/>
                <a:sym typeface="Sorts Mill Goudy"/>
              </a:rPr>
              <a:t>sudo</a:t>
            </a:r>
            <a:r>
              <a:rPr lang="en-US" altLang="ko-KR" sz="1600" b="1" dirty="0">
                <a:solidFill>
                  <a:srgbClr val="FFFF00"/>
                </a:solidFill>
                <a:latin typeface="Sorts Mill Goudy"/>
                <a:ea typeface="Sorts Mill Goudy"/>
                <a:cs typeface="Sorts Mill Goudy"/>
                <a:sym typeface="Sorts Mill Goudy"/>
              </a:rPr>
              <a:t> docker </a:t>
            </a:r>
            <a:r>
              <a:rPr lang="en-US" altLang="ko-KR" sz="1600" b="1" dirty="0" err="1">
                <a:solidFill>
                  <a:srgbClr val="FFFF00"/>
                </a:solidFill>
                <a:latin typeface="Sorts Mill Goudy"/>
                <a:ea typeface="Sorts Mill Goudy"/>
                <a:cs typeface="Sorts Mill Goudy"/>
                <a:sym typeface="Sorts Mill Goudy"/>
              </a:rPr>
              <a:t>ps</a:t>
            </a:r>
            <a:endParaRPr lang="en-US" sz="1600" dirty="0">
              <a:solidFill>
                <a:schemeClr val="lt1"/>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endParaRPr lang="en-US" sz="1600" dirty="0">
              <a:solidFill>
                <a:schemeClr val="lt1"/>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err="1">
                <a:solidFill>
                  <a:srgbClr val="FFFF00"/>
                </a:solidFill>
                <a:latin typeface="Sorts Mill Goudy"/>
                <a:ea typeface="Sorts Mill Goudy"/>
                <a:cs typeface="Sorts Mill Goudy"/>
                <a:sym typeface="Sorts Mill Goudy"/>
              </a:rPr>
              <a:t>sudo</a:t>
            </a:r>
            <a:r>
              <a:rPr lang="en-US" sz="1600" b="1" dirty="0">
                <a:solidFill>
                  <a:srgbClr val="FFFF00"/>
                </a:solidFill>
                <a:latin typeface="Sorts Mill Goudy"/>
                <a:ea typeface="Sorts Mill Goudy"/>
                <a:cs typeface="Sorts Mill Goudy"/>
                <a:sym typeface="Sorts Mill Goudy"/>
              </a:rPr>
              <a:t> docker stop $(</a:t>
            </a:r>
            <a:r>
              <a:rPr lang="en-US" sz="1600" b="1" dirty="0" err="1">
                <a:solidFill>
                  <a:srgbClr val="FFFF00"/>
                </a:solidFill>
                <a:latin typeface="Sorts Mill Goudy"/>
                <a:ea typeface="Sorts Mill Goudy"/>
                <a:cs typeface="Sorts Mill Goudy"/>
                <a:sym typeface="Sorts Mill Goudy"/>
              </a:rPr>
              <a:t>sudo</a:t>
            </a:r>
            <a:r>
              <a:rPr lang="en-US" sz="1600" b="1" dirty="0">
                <a:solidFill>
                  <a:srgbClr val="FFFF00"/>
                </a:solidFill>
                <a:latin typeface="Sorts Mill Goudy"/>
                <a:ea typeface="Sorts Mill Goudy"/>
                <a:cs typeface="Sorts Mill Goudy"/>
                <a:sym typeface="Sorts Mill Goudy"/>
              </a:rPr>
              <a:t> docker </a:t>
            </a:r>
            <a:r>
              <a:rPr lang="en-US" sz="1600" b="1" dirty="0" err="1">
                <a:solidFill>
                  <a:srgbClr val="FFFF00"/>
                </a:solidFill>
                <a:latin typeface="Sorts Mill Goudy"/>
                <a:ea typeface="Sorts Mill Goudy"/>
                <a:cs typeface="Sorts Mill Goudy"/>
                <a:sym typeface="Sorts Mill Goudy"/>
              </a:rPr>
              <a:t>ps</a:t>
            </a:r>
            <a:r>
              <a:rPr lang="en-US" sz="1600" b="1" dirty="0">
                <a:solidFill>
                  <a:srgbClr val="FFFF00"/>
                </a:solidFill>
                <a:latin typeface="Sorts Mill Goudy"/>
                <a:ea typeface="Sorts Mill Goudy"/>
                <a:cs typeface="Sorts Mill Goudy"/>
                <a:sym typeface="Sorts Mill Goudy"/>
              </a:rPr>
              <a:t> -</a:t>
            </a:r>
            <a:r>
              <a:rPr lang="en-US" sz="1600" b="1" dirty="0" err="1">
                <a:solidFill>
                  <a:srgbClr val="FFFF00"/>
                </a:solidFill>
                <a:latin typeface="Sorts Mill Goudy"/>
                <a:ea typeface="Sorts Mill Goudy"/>
                <a:cs typeface="Sorts Mill Goudy"/>
                <a:sym typeface="Sorts Mill Goudy"/>
              </a:rPr>
              <a:t>aq</a:t>
            </a:r>
            <a:r>
              <a:rPr lang="en-US" sz="1600" b="1" dirty="0">
                <a:solidFill>
                  <a:srgbClr val="FFFF00"/>
                </a:solidFill>
                <a:latin typeface="Sorts Mill Goudy"/>
                <a:ea typeface="Sorts Mill Goudy"/>
                <a:cs typeface="Sorts Mill Goudy"/>
                <a:sym typeface="Sorts Mill Goudy"/>
              </a:rPr>
              <a:t>)</a:t>
            </a:r>
            <a:endParaRPr sz="1600" b="1" dirty="0">
              <a:solidFill>
                <a:srgbClr val="FFFF0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600" b="1" dirty="0">
                <a:solidFill>
                  <a:srgbClr val="00B0F0"/>
                </a:solidFill>
                <a:latin typeface="Sorts Mill Goudy"/>
                <a:ea typeface="Sorts Mill Goudy"/>
                <a:cs typeface="Sorts Mill Goudy"/>
                <a:sym typeface="Sorts Mill Goudy"/>
              </a:rPr>
              <a:t>[</a:t>
            </a:r>
            <a:r>
              <a:rPr lang="en-US" sz="1600" b="1" dirty="0" err="1">
                <a:solidFill>
                  <a:srgbClr val="00B0F0"/>
                </a:solidFill>
                <a:latin typeface="Sorts Mill Goudy"/>
                <a:ea typeface="Sorts Mill Goudy"/>
                <a:cs typeface="Sorts Mill Goudy"/>
                <a:sym typeface="Sorts Mill Goudy"/>
              </a:rPr>
              <a:t>sudo</a:t>
            </a:r>
            <a:r>
              <a:rPr lang="en-US" sz="1600" b="1" dirty="0">
                <a:solidFill>
                  <a:srgbClr val="00B0F0"/>
                </a:solidFill>
                <a:latin typeface="Sorts Mill Goudy"/>
                <a:ea typeface="Sorts Mill Goudy"/>
                <a:cs typeface="Sorts Mill Goudy"/>
                <a:sym typeface="Sorts Mill Goudy"/>
              </a:rPr>
              <a:t>] password for ancestor9:</a:t>
            </a:r>
            <a:endParaRPr dirty="0"/>
          </a:p>
          <a:p>
            <a:pPr marL="0" marR="0" lvl="0" indent="0" algn="l" rtl="0">
              <a:lnSpc>
                <a:spcPct val="150000"/>
              </a:lnSpc>
              <a:spcBef>
                <a:spcPts val="0"/>
              </a:spcBef>
              <a:spcAft>
                <a:spcPts val="0"/>
              </a:spcAft>
              <a:buNone/>
            </a:pPr>
            <a:r>
              <a:rPr lang="en-US" sz="1600" b="1" dirty="0">
                <a:solidFill>
                  <a:srgbClr val="00B0F0"/>
                </a:solidFill>
                <a:latin typeface="Sorts Mill Goudy"/>
                <a:ea typeface="Sorts Mill Goudy"/>
                <a:cs typeface="Sorts Mill Goudy"/>
                <a:sym typeface="Sorts Mill Goudy"/>
              </a:rPr>
              <a:t>5f294e77eb90</a:t>
            </a:r>
            <a:endParaRPr dirty="0"/>
          </a:p>
          <a:p>
            <a:pPr marL="0" marR="0" lvl="0" indent="0" algn="l" rtl="0">
              <a:lnSpc>
                <a:spcPct val="150000"/>
              </a:lnSpc>
              <a:spcBef>
                <a:spcPts val="0"/>
              </a:spcBef>
              <a:spcAft>
                <a:spcPts val="0"/>
              </a:spcAft>
              <a:buNone/>
            </a:pPr>
            <a:r>
              <a:rPr lang="en-US" sz="1600" b="1" dirty="0">
                <a:solidFill>
                  <a:srgbClr val="00B0F0"/>
                </a:solidFill>
                <a:latin typeface="Sorts Mill Goudy"/>
                <a:ea typeface="Sorts Mill Goudy"/>
                <a:cs typeface="Sorts Mill Goudy"/>
                <a:sym typeface="Sorts Mill Goudy"/>
              </a:rPr>
              <a:t>197f4e8eeac4</a:t>
            </a:r>
            <a:endParaRPr sz="1600" b="1" dirty="0">
              <a:solidFill>
                <a:srgbClr val="00B0F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altLang="ko-KR" sz="1600" b="1" dirty="0" err="1">
                <a:solidFill>
                  <a:srgbClr val="FFFF00"/>
                </a:solidFill>
                <a:latin typeface="Sorts Mill Goudy"/>
                <a:ea typeface="Sorts Mill Goudy"/>
                <a:cs typeface="Sorts Mill Goudy"/>
                <a:sym typeface="Sorts Mill Goudy"/>
              </a:rPr>
              <a:t>sudo</a:t>
            </a:r>
            <a:r>
              <a:rPr lang="en-US" altLang="ko-KR" sz="1600" b="1" dirty="0">
                <a:solidFill>
                  <a:srgbClr val="FFFF00"/>
                </a:solidFill>
                <a:latin typeface="Sorts Mill Goudy"/>
                <a:ea typeface="Sorts Mill Goudy"/>
                <a:cs typeface="Sorts Mill Goudy"/>
                <a:sym typeface="Sorts Mill Goudy"/>
              </a:rPr>
              <a:t> </a:t>
            </a:r>
            <a:r>
              <a:rPr lang="en-US" sz="1600" b="1" dirty="0">
                <a:solidFill>
                  <a:srgbClr val="FFFF00"/>
                </a:solidFill>
                <a:latin typeface="Sorts Mill Goudy"/>
                <a:ea typeface="Sorts Mill Goudy"/>
                <a:cs typeface="Sorts Mill Goudy"/>
                <a:sym typeface="Sorts Mill Goudy"/>
              </a:rPr>
              <a:t>docker </a:t>
            </a:r>
            <a:r>
              <a:rPr lang="en-US" sz="1600" b="1" dirty="0" err="1">
                <a:solidFill>
                  <a:srgbClr val="FFFF00"/>
                </a:solidFill>
                <a:latin typeface="Sorts Mill Goudy"/>
                <a:ea typeface="Sorts Mill Goudy"/>
                <a:cs typeface="Sorts Mill Goudy"/>
                <a:sym typeface="Sorts Mill Goudy"/>
              </a:rPr>
              <a:t>ps</a:t>
            </a:r>
            <a:endParaRPr sz="1600" b="1" dirty="0">
              <a:solidFill>
                <a:srgbClr val="FFFF0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400" dirty="0">
                <a:solidFill>
                  <a:srgbClr val="00B0F0"/>
                </a:solidFill>
                <a:latin typeface="Sorts Mill Goudy"/>
                <a:ea typeface="Sorts Mill Goudy"/>
                <a:cs typeface="Sorts Mill Goudy"/>
                <a:sym typeface="Sorts Mill Goudy"/>
              </a:rPr>
              <a:t>CONTAINER ID   IMAGE     COMMAND   CREATED   STATUS    PORTS     NAMES</a:t>
            </a:r>
            <a:endParaRPr dirty="0"/>
          </a:p>
          <a:p>
            <a:pPr marL="0" marR="0" lvl="0" indent="0" algn="l" rtl="0">
              <a:lnSpc>
                <a:spcPct val="150000"/>
              </a:lnSpc>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a:solidFill>
                  <a:srgbClr val="FFFF00"/>
                </a:solidFill>
                <a:latin typeface="Sorts Mill Goudy"/>
                <a:ea typeface="Sorts Mill Goudy"/>
                <a:cs typeface="Sorts Mill Goudy"/>
                <a:sym typeface="Sorts Mill Goudy"/>
              </a:rPr>
              <a:t>docker version</a:t>
            </a:r>
            <a:endParaRPr dirty="0"/>
          </a:p>
          <a:p>
            <a:pPr marL="0" marR="0" lvl="0" indent="0" algn="l" rtl="0">
              <a:lnSpc>
                <a:spcPct val="150000"/>
              </a:lnSpc>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altLang="ko-KR" sz="1600" b="1" dirty="0" err="1">
                <a:solidFill>
                  <a:srgbClr val="FFFF00"/>
                </a:solidFill>
                <a:latin typeface="Sorts Mill Goudy"/>
                <a:ea typeface="Sorts Mill Goudy"/>
                <a:cs typeface="Sorts Mill Goudy"/>
                <a:sym typeface="Sorts Mill Goudy"/>
              </a:rPr>
              <a:t>sudo</a:t>
            </a:r>
            <a:r>
              <a:rPr lang="en-US" altLang="ko-KR" sz="1600" b="1" dirty="0">
                <a:solidFill>
                  <a:srgbClr val="FFFF00"/>
                </a:solidFill>
                <a:latin typeface="Sorts Mill Goudy"/>
                <a:ea typeface="Sorts Mill Goudy"/>
                <a:cs typeface="Sorts Mill Goudy"/>
                <a:sym typeface="Sorts Mill Goudy"/>
              </a:rPr>
              <a:t> </a:t>
            </a:r>
            <a:r>
              <a:rPr lang="en-US" sz="1600" b="1" dirty="0">
                <a:solidFill>
                  <a:srgbClr val="FFFF00"/>
                </a:solidFill>
                <a:latin typeface="Sorts Mill Goudy"/>
                <a:ea typeface="Sorts Mill Goudy"/>
                <a:cs typeface="Sorts Mill Goudy"/>
                <a:sym typeface="Sorts Mill Goudy"/>
              </a:rPr>
              <a:t>docker run hello-world</a:t>
            </a:r>
            <a:endParaRPr dirty="0"/>
          </a:p>
          <a:p>
            <a:pPr marL="0" marR="0" lvl="0" indent="0" algn="l" rtl="0">
              <a:lnSpc>
                <a:spcPct val="150000"/>
              </a:lnSpc>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a:solidFill>
                  <a:srgbClr val="FFFF00"/>
                </a:solidFill>
                <a:latin typeface="Sorts Mill Goudy"/>
                <a:ea typeface="Sorts Mill Goudy"/>
                <a:cs typeface="Sorts Mill Goudy"/>
                <a:sym typeface="Sorts Mill Goudy"/>
              </a:rPr>
              <a:t>docker </a:t>
            </a:r>
            <a:r>
              <a:rPr lang="en-US" sz="1600" b="1" dirty="0" err="1">
                <a:solidFill>
                  <a:srgbClr val="FFFF00"/>
                </a:solidFill>
                <a:latin typeface="Sorts Mill Goudy"/>
                <a:ea typeface="Sorts Mill Goudy"/>
                <a:cs typeface="Sorts Mill Goudy"/>
                <a:sym typeface="Sorts Mill Goudy"/>
              </a:rPr>
              <a:t>ps</a:t>
            </a:r>
            <a:r>
              <a:rPr lang="en-US" sz="1600" b="1" dirty="0">
                <a:solidFill>
                  <a:srgbClr val="FFFF00"/>
                </a:solidFill>
                <a:latin typeface="Sorts Mill Goudy"/>
                <a:ea typeface="Sorts Mill Goudy"/>
                <a:cs typeface="Sorts Mill Goudy"/>
                <a:sym typeface="Sorts Mill Goudy"/>
              </a:rPr>
              <a:t> –a</a:t>
            </a:r>
            <a:endParaRPr dirty="0"/>
          </a:p>
          <a:p>
            <a:pPr marL="0" marR="0" lvl="0" indent="0" algn="l" rtl="0">
              <a:lnSpc>
                <a:spcPct val="150000"/>
              </a:lnSpc>
              <a:spcBef>
                <a:spcPts val="0"/>
              </a:spcBef>
              <a:spcAft>
                <a:spcPts val="0"/>
              </a:spcAft>
              <a:buNone/>
            </a:pPr>
            <a:r>
              <a:rPr lang="en-US" sz="1400" dirty="0">
                <a:solidFill>
                  <a:srgbClr val="00B0F0"/>
                </a:solidFill>
                <a:latin typeface="Sorts Mill Goudy"/>
                <a:ea typeface="Sorts Mill Goudy"/>
                <a:cs typeface="Sorts Mill Goudy"/>
                <a:sym typeface="Sorts Mill Goudy"/>
              </a:rPr>
              <a:t>CONTAINER ID   IMAGE                  COMMAND                  CREATED              STATUS                          PORTS                  NAMES</a:t>
            </a:r>
            <a:endParaRPr dirty="0"/>
          </a:p>
          <a:p>
            <a:pPr marL="0" marR="0" lvl="0" indent="0" algn="l" rtl="0">
              <a:lnSpc>
                <a:spcPct val="150000"/>
              </a:lnSpc>
              <a:spcBef>
                <a:spcPts val="0"/>
              </a:spcBef>
              <a:spcAft>
                <a:spcPts val="0"/>
              </a:spcAft>
              <a:buNone/>
            </a:pPr>
            <a:r>
              <a:rPr lang="en-US" sz="1400" dirty="0">
                <a:solidFill>
                  <a:srgbClr val="00B0F0"/>
                </a:solidFill>
                <a:latin typeface="Sorts Mill Goudy"/>
                <a:ea typeface="Sorts Mill Goudy"/>
                <a:cs typeface="Sorts Mill Goudy"/>
                <a:sym typeface="Sorts Mill Goudy"/>
              </a:rPr>
              <a:t>915c52a43a32        hello-world            "/hello"                 About a minute ago   Exited (0) About a minute ago                               </a:t>
            </a:r>
            <a:r>
              <a:rPr lang="en-US" sz="1400" dirty="0" err="1">
                <a:solidFill>
                  <a:srgbClr val="00B0F0"/>
                </a:solidFill>
                <a:latin typeface="Sorts Mill Goudy"/>
                <a:ea typeface="Sorts Mill Goudy"/>
                <a:cs typeface="Sorts Mill Goudy"/>
                <a:sym typeface="Sorts Mill Goudy"/>
              </a:rPr>
              <a:t>sad_galois</a:t>
            </a:r>
            <a:endParaRPr sz="1400" dirty="0">
              <a:solidFill>
                <a:srgbClr val="00B0F0"/>
              </a:solidFill>
              <a:latin typeface="Sorts Mill Goudy"/>
              <a:ea typeface="Sorts Mill Goudy"/>
              <a:cs typeface="Sorts Mill Goudy"/>
              <a:sym typeface="Sorts Mill Goudy"/>
            </a:endParaRPr>
          </a:p>
        </p:txBody>
      </p:sp>
      <p:sp>
        <p:nvSpPr>
          <p:cNvPr id="2" name="설명선: 굽은 선 1">
            <a:extLst>
              <a:ext uri="{FF2B5EF4-FFF2-40B4-BE49-F238E27FC236}">
                <a16:creationId xmlns:a16="http://schemas.microsoft.com/office/drawing/2014/main" id="{2860B0F8-02B8-B6FF-DD27-B2EBD4898361}"/>
              </a:ext>
            </a:extLst>
          </p:cNvPr>
          <p:cNvSpPr/>
          <p:nvPr/>
        </p:nvSpPr>
        <p:spPr>
          <a:xfrm>
            <a:off x="8564130" y="1534341"/>
            <a:ext cx="2193303" cy="418978"/>
          </a:xfrm>
          <a:prstGeom prst="borderCallout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b="1" i="0" dirty="0">
                <a:solidFill>
                  <a:srgbClr val="0D0D0D"/>
                </a:solidFill>
                <a:effectLst/>
                <a:latin typeface="Söhne"/>
              </a:rPr>
              <a:t>Docker </a:t>
            </a:r>
            <a:r>
              <a:rPr lang="ko-KR" altLang="en-US" sz="1200" b="1" i="0" dirty="0">
                <a:solidFill>
                  <a:srgbClr val="0D0D0D"/>
                </a:solidFill>
                <a:effectLst/>
                <a:latin typeface="Söhne"/>
              </a:rPr>
              <a:t>컨테이너를 모두 중지</a:t>
            </a:r>
            <a:endParaRPr lang="ko-KR" altLang="en-US" sz="12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Basic docker commands</a:t>
            </a:r>
            <a:endParaRPr/>
          </a:p>
        </p:txBody>
      </p:sp>
      <p:sp>
        <p:nvSpPr>
          <p:cNvPr id="384" name="Google Shape;384;p2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
        <p:nvSpPr>
          <p:cNvPr id="385" name="Google Shape;385;p24"/>
          <p:cNvSpPr txBox="1"/>
          <p:nvPr/>
        </p:nvSpPr>
        <p:spPr>
          <a:xfrm>
            <a:off x="690513" y="1140164"/>
            <a:ext cx="11206114" cy="43088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a:solidFill>
                  <a:srgbClr val="FFFF00"/>
                </a:solidFill>
                <a:latin typeface="Sorts Mill Goudy"/>
                <a:ea typeface="Sorts Mill Goudy"/>
                <a:cs typeface="Sorts Mill Goudy"/>
                <a:sym typeface="Sorts Mill Goudy"/>
              </a:rPr>
              <a:t>docker run docker/</a:t>
            </a:r>
            <a:r>
              <a:rPr lang="en-US" sz="1600" b="1" dirty="0" err="1">
                <a:solidFill>
                  <a:srgbClr val="FFFF00"/>
                </a:solidFill>
                <a:latin typeface="Sorts Mill Goudy"/>
                <a:ea typeface="Sorts Mill Goudy"/>
                <a:cs typeface="Sorts Mill Goudy"/>
                <a:sym typeface="Sorts Mill Goudy"/>
              </a:rPr>
              <a:t>whalesay</a:t>
            </a:r>
            <a:r>
              <a:rPr lang="en-US" sz="1600" b="1" dirty="0">
                <a:solidFill>
                  <a:srgbClr val="FFFF00"/>
                </a:solidFill>
                <a:latin typeface="Sorts Mill Goudy"/>
                <a:ea typeface="Sorts Mill Goudy"/>
                <a:cs typeface="Sorts Mill Goudy"/>
                <a:sym typeface="Sorts Mill Goudy"/>
              </a:rPr>
              <a:t> </a:t>
            </a:r>
            <a:r>
              <a:rPr lang="en-US" sz="1600" b="1" dirty="0" err="1">
                <a:solidFill>
                  <a:srgbClr val="FFFF00"/>
                </a:solidFill>
                <a:latin typeface="Sorts Mill Goudy"/>
                <a:ea typeface="Sorts Mill Goudy"/>
                <a:cs typeface="Sorts Mill Goudy"/>
                <a:sym typeface="Sorts Mill Goudy"/>
              </a:rPr>
              <a:t>cowsay</a:t>
            </a:r>
            <a:r>
              <a:rPr lang="en-US" sz="1600" b="1" dirty="0">
                <a:solidFill>
                  <a:srgbClr val="FFFF00"/>
                </a:solidFill>
                <a:latin typeface="Sorts Mill Goudy"/>
                <a:ea typeface="Sorts Mill Goudy"/>
                <a:cs typeface="Sorts Mill Goudy"/>
                <a:sym typeface="Sorts Mill Goudy"/>
              </a:rPr>
              <a:t> Hello there!</a:t>
            </a:r>
            <a:endParaRPr b="1" dirty="0">
              <a:solidFill>
                <a:srgbClr val="FFFF00"/>
              </a:solidFill>
            </a:endParaRPr>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Unable to find image 'docker/</a:t>
            </a:r>
            <a:r>
              <a:rPr lang="en-US" sz="1600" dirty="0" err="1">
                <a:solidFill>
                  <a:srgbClr val="00B0F0"/>
                </a:solidFill>
                <a:latin typeface="Sorts Mill Goudy"/>
                <a:ea typeface="Sorts Mill Goudy"/>
                <a:cs typeface="Sorts Mill Goudy"/>
                <a:sym typeface="Sorts Mill Goudy"/>
              </a:rPr>
              <a:t>whalesay:latest</a:t>
            </a:r>
            <a:r>
              <a:rPr lang="en-US" sz="1600" dirty="0">
                <a:solidFill>
                  <a:srgbClr val="00B0F0"/>
                </a:solidFill>
                <a:latin typeface="Sorts Mill Goudy"/>
                <a:ea typeface="Sorts Mill Goudy"/>
                <a:cs typeface="Sorts Mill Goudy"/>
                <a:sym typeface="Sorts Mill Goudy"/>
              </a:rPr>
              <a:t>' locally</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latest: Pulling from docker/</a:t>
            </a:r>
            <a:r>
              <a:rPr lang="en-US" sz="1600" dirty="0" err="1">
                <a:solidFill>
                  <a:srgbClr val="00B0F0"/>
                </a:solidFill>
                <a:latin typeface="Sorts Mill Goudy"/>
                <a:ea typeface="Sorts Mill Goudy"/>
                <a:cs typeface="Sorts Mill Goudy"/>
                <a:sym typeface="Sorts Mill Goudy"/>
              </a:rPr>
              <a:t>whalesay</a:t>
            </a:r>
            <a:endParaRPr sz="1600" dirty="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&lt; Hello there! &gt;</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 ## ##       ==</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 ## ## ##      ===</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/""""""""""""""""___/ ===</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 {~~ ~~~~ ~~~ ~~~~ ~~ ~ /  ===- ~~~</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\______ o          __/</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    \        __/</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\____\______/</a:t>
            </a:r>
            <a:endParaRPr dirty="0"/>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a:solidFill>
                  <a:srgbClr val="FFFF00"/>
                </a:solidFill>
                <a:latin typeface="Sorts Mill Goudy"/>
                <a:ea typeface="Sorts Mill Goudy"/>
                <a:cs typeface="Sorts Mill Goudy"/>
                <a:sym typeface="Sorts Mill Goudy"/>
              </a:rPr>
              <a:t>docker images</a:t>
            </a:r>
            <a:endParaRPr dirty="0"/>
          </a:p>
          <a:p>
            <a:pPr marL="0" marR="0" lvl="0" indent="0" algn="l" rtl="0">
              <a:spcBef>
                <a:spcPts val="0"/>
              </a:spcBef>
              <a:spcAft>
                <a:spcPts val="0"/>
              </a:spcAft>
              <a:buNone/>
            </a:pPr>
            <a:r>
              <a:rPr lang="en-US" sz="1400" b="1" dirty="0">
                <a:solidFill>
                  <a:srgbClr val="00B0F0"/>
                </a:solidFill>
                <a:latin typeface="Sorts Mill Goudy"/>
                <a:ea typeface="Sorts Mill Goudy"/>
                <a:cs typeface="Sorts Mill Goudy"/>
                <a:sym typeface="Sorts Mill Goudy"/>
              </a:rPr>
              <a:t>REPOSITORY        TAG       IMAGE ID       CREATED        SIZE</a:t>
            </a:r>
            <a:endParaRPr dirty="0"/>
          </a:p>
          <a:p>
            <a:pPr marL="0" marR="0" lvl="0" indent="0" algn="l" rtl="0">
              <a:spcBef>
                <a:spcPts val="0"/>
              </a:spcBef>
              <a:spcAft>
                <a:spcPts val="0"/>
              </a:spcAft>
              <a:buNone/>
            </a:pPr>
            <a:r>
              <a:rPr lang="en-US" sz="1400" b="1" dirty="0">
                <a:solidFill>
                  <a:srgbClr val="00B0F0"/>
                </a:solidFill>
                <a:latin typeface="Sorts Mill Goudy"/>
                <a:ea typeface="Sorts Mill Goudy"/>
                <a:cs typeface="Sorts Mill Goudy"/>
                <a:sym typeface="Sorts Mill Goudy"/>
              </a:rPr>
              <a:t>hello-world       latest    d2c94e258dcb   8 months ago   13.3kB</a:t>
            </a:r>
            <a:endParaRPr dirty="0"/>
          </a:p>
          <a:p>
            <a:pPr marL="0" marR="0" lvl="0" indent="0" algn="l" rtl="0">
              <a:spcBef>
                <a:spcPts val="0"/>
              </a:spcBef>
              <a:spcAft>
                <a:spcPts val="0"/>
              </a:spcAft>
              <a:buNone/>
            </a:pPr>
            <a:r>
              <a:rPr lang="en-US" sz="1400" b="1" dirty="0">
                <a:solidFill>
                  <a:srgbClr val="00B0F0"/>
                </a:solidFill>
                <a:latin typeface="Sorts Mill Goudy"/>
                <a:ea typeface="Sorts Mill Goudy"/>
                <a:cs typeface="Sorts Mill Goudy"/>
                <a:sym typeface="Sorts Mill Goudy"/>
              </a:rPr>
              <a:t>docker/</a:t>
            </a:r>
            <a:r>
              <a:rPr lang="en-US" sz="1400" b="1" dirty="0" err="1">
                <a:solidFill>
                  <a:srgbClr val="00B0F0"/>
                </a:solidFill>
                <a:latin typeface="Sorts Mill Goudy"/>
                <a:ea typeface="Sorts Mill Goudy"/>
                <a:cs typeface="Sorts Mill Goudy"/>
                <a:sym typeface="Sorts Mill Goudy"/>
              </a:rPr>
              <a:t>whalesay</a:t>
            </a:r>
            <a:r>
              <a:rPr lang="en-US" sz="1400" b="1" dirty="0">
                <a:solidFill>
                  <a:srgbClr val="00B0F0"/>
                </a:solidFill>
                <a:latin typeface="Sorts Mill Goudy"/>
                <a:ea typeface="Sorts Mill Goudy"/>
                <a:cs typeface="Sorts Mill Goudy"/>
                <a:sym typeface="Sorts Mill Goudy"/>
              </a:rPr>
              <a:t>   latest    6b362a9f73eb   8 years ago    247MB</a:t>
            </a:r>
            <a:endParaRPr dirty="0"/>
          </a:p>
        </p:txBody>
      </p:sp>
      <p:sp>
        <p:nvSpPr>
          <p:cNvPr id="386" name="Google Shape;386;p24"/>
          <p:cNvSpPr txBox="1"/>
          <p:nvPr/>
        </p:nvSpPr>
        <p:spPr>
          <a:xfrm>
            <a:off x="5912963" y="4710372"/>
            <a:ext cx="5983664" cy="73866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1">
                <a:solidFill>
                  <a:srgbClr val="242424"/>
                </a:solidFill>
                <a:latin typeface="Arial"/>
                <a:ea typeface="Arial"/>
                <a:cs typeface="Arial"/>
                <a:sym typeface="Arial"/>
              </a:rPr>
              <a:t>When you run an image in a container, Docker downloads the image to your computer. This local copy of the image saves you time. Docker only downloads the image again if the image’s </a:t>
            </a:r>
            <a:r>
              <a:rPr lang="en-US" sz="1200" b="0" i="1">
                <a:solidFill>
                  <a:srgbClr val="242424"/>
                </a:solidFill>
                <a:latin typeface="Arial"/>
                <a:ea typeface="Arial"/>
                <a:cs typeface="Arial"/>
                <a:sym typeface="Arial"/>
              </a:rPr>
              <a:t>source</a:t>
            </a:r>
            <a:r>
              <a:rPr lang="en-US" sz="1400" b="0" i="1">
                <a:solidFill>
                  <a:srgbClr val="242424"/>
                </a:solidFill>
                <a:latin typeface="Arial"/>
                <a:ea typeface="Arial"/>
                <a:cs typeface="Arial"/>
                <a:sym typeface="Arial"/>
              </a:rPr>
              <a:t> changes on the hub</a:t>
            </a:r>
            <a:endParaRPr sz="1400">
              <a:solidFill>
                <a:schemeClr val="lt1"/>
              </a:solidFill>
              <a:latin typeface="Sorts Mill Goudy"/>
              <a:ea typeface="Sorts Mill Goudy"/>
              <a:cs typeface="Sorts Mill Goudy"/>
              <a:sym typeface="Sorts Mill Goudy"/>
            </a:endParaRPr>
          </a:p>
        </p:txBody>
      </p:sp>
      <p:sp>
        <p:nvSpPr>
          <p:cNvPr id="387" name="Google Shape;387;p24"/>
          <p:cNvSpPr/>
          <p:nvPr/>
        </p:nvSpPr>
        <p:spPr>
          <a:xfrm>
            <a:off x="5920033" y="2463603"/>
            <a:ext cx="5976594" cy="461665"/>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242424"/>
              </a:buClr>
              <a:buSzPts val="1200"/>
              <a:buFont typeface="Arial"/>
              <a:buNone/>
            </a:pPr>
            <a:r>
              <a:rPr lang="en-US" sz="1200" b="0" i="1" u="none" strike="noStrike" cap="none">
                <a:solidFill>
                  <a:srgbClr val="242424"/>
                </a:solidFill>
                <a:latin typeface="Arial"/>
                <a:ea typeface="Arial"/>
                <a:cs typeface="Arial"/>
                <a:sym typeface="Arial"/>
              </a:rPr>
              <a:t>The first time you run a software image, the </a:t>
            </a:r>
            <a:r>
              <a:rPr lang="en-US" sz="1200" b="0" i="1" u="none" strike="noStrike" cap="none">
                <a:solidFill>
                  <a:srgbClr val="242424"/>
                </a:solidFill>
                <a:latin typeface="Arimo"/>
                <a:ea typeface="Arimo"/>
                <a:cs typeface="Arimo"/>
                <a:sym typeface="Arimo"/>
              </a:rPr>
              <a:t>docker</a:t>
            </a:r>
            <a:r>
              <a:rPr lang="en-US" sz="1200" b="0" i="1" u="none" strike="noStrike" cap="none">
                <a:solidFill>
                  <a:srgbClr val="242424"/>
                </a:solidFill>
                <a:latin typeface="Sorts Mill Goudy"/>
                <a:ea typeface="Sorts Mill Goudy"/>
                <a:cs typeface="Sorts Mill Goudy"/>
                <a:sym typeface="Sorts Mill Goudy"/>
              </a:rPr>
              <a:t> </a:t>
            </a:r>
            <a:r>
              <a:rPr lang="en-US" sz="1200" b="0" i="1" u="none" strike="noStrike" cap="none">
                <a:solidFill>
                  <a:srgbClr val="242424"/>
                </a:solidFill>
                <a:latin typeface="Arial"/>
                <a:ea typeface="Arial"/>
                <a:cs typeface="Arial"/>
                <a:sym typeface="Arial"/>
              </a:rPr>
              <a:t>command looks for it on your local system. If the image isn’t there, then </a:t>
            </a:r>
            <a:r>
              <a:rPr lang="en-US" sz="1200" b="0" i="1" u="none" strike="noStrike" cap="none">
                <a:solidFill>
                  <a:srgbClr val="242424"/>
                </a:solidFill>
                <a:latin typeface="Arimo"/>
                <a:ea typeface="Arimo"/>
                <a:cs typeface="Arimo"/>
                <a:sym typeface="Arimo"/>
              </a:rPr>
              <a:t>docker</a:t>
            </a:r>
            <a:r>
              <a:rPr lang="en-US" sz="1200" b="0" i="1" u="none" strike="noStrike" cap="none">
                <a:solidFill>
                  <a:srgbClr val="242424"/>
                </a:solidFill>
                <a:latin typeface="Sorts Mill Goudy"/>
                <a:ea typeface="Sorts Mill Goudy"/>
                <a:cs typeface="Sorts Mill Goudy"/>
                <a:sym typeface="Sorts Mill Goudy"/>
              </a:rPr>
              <a:t> </a:t>
            </a:r>
            <a:r>
              <a:rPr lang="en-US" sz="1200" b="0" i="1" u="none" strike="noStrike" cap="none">
                <a:solidFill>
                  <a:srgbClr val="242424"/>
                </a:solidFill>
                <a:latin typeface="Arial"/>
                <a:ea typeface="Arial"/>
                <a:cs typeface="Arial"/>
                <a:sym typeface="Arial"/>
              </a:rPr>
              <a:t>gets it from the hub.</a:t>
            </a:r>
            <a:r>
              <a:rPr lang="en-US" sz="1200" b="0" i="0" u="none" strike="noStrike" cap="none">
                <a:solidFill>
                  <a:schemeClr val="lt1"/>
                </a:solidFill>
                <a:latin typeface="Arial"/>
                <a:ea typeface="Arial"/>
                <a:cs typeface="Arial"/>
                <a:sym typeface="Arial"/>
              </a:rPr>
              <a:t> </a:t>
            </a:r>
            <a:endParaRPr/>
          </a:p>
        </p:txBody>
      </p:sp>
      <p:sp>
        <p:nvSpPr>
          <p:cNvPr id="3" name="TextBox 2">
            <a:extLst>
              <a:ext uri="{FF2B5EF4-FFF2-40B4-BE49-F238E27FC236}">
                <a16:creationId xmlns:a16="http://schemas.microsoft.com/office/drawing/2014/main" id="{AA00406D-E99C-674D-16C0-B5E24229B159}"/>
              </a:ext>
            </a:extLst>
          </p:cNvPr>
          <p:cNvSpPr txBox="1"/>
          <p:nvPr/>
        </p:nvSpPr>
        <p:spPr>
          <a:xfrm>
            <a:off x="5912963" y="1628797"/>
            <a:ext cx="3648075" cy="338554"/>
          </a:xfrm>
          <a:prstGeom prst="rect">
            <a:avLst/>
          </a:prstGeom>
          <a:noFill/>
        </p:spPr>
        <p:txBody>
          <a:bodyPr wrap="square">
            <a:spAutoFit/>
          </a:bodyPr>
          <a:lstStyle/>
          <a:p>
            <a:r>
              <a:rPr lang="ko-KR" altLang="en-US" sz="1600" b="1" dirty="0" err="1">
                <a:solidFill>
                  <a:srgbClr val="FFFF00"/>
                </a:solidFill>
                <a:latin typeface="Sorts Mill Goudy"/>
              </a:rPr>
              <a:t>docker</a:t>
            </a:r>
            <a:r>
              <a:rPr lang="ko-KR" altLang="en-US" sz="1600" b="1" dirty="0">
                <a:solidFill>
                  <a:srgbClr val="FFFF00"/>
                </a:solidFill>
                <a:latin typeface="Sorts Mill Goudy"/>
              </a:rPr>
              <a:t> </a:t>
            </a:r>
            <a:r>
              <a:rPr lang="ko-KR" altLang="en-US" sz="1600" b="1" dirty="0" err="1">
                <a:solidFill>
                  <a:srgbClr val="FFFF00"/>
                </a:solidFill>
                <a:latin typeface="Sorts Mill Goudy"/>
              </a:rPr>
              <a:t>run</a:t>
            </a:r>
            <a:r>
              <a:rPr lang="ko-KR" altLang="en-US" sz="1600" b="1" dirty="0">
                <a:solidFill>
                  <a:srgbClr val="FFFF00"/>
                </a:solidFill>
                <a:latin typeface="Sorts Mill Goudy"/>
              </a:rPr>
              <a:t> --</a:t>
            </a:r>
            <a:r>
              <a:rPr lang="ko-KR" altLang="en-US" sz="1600" b="1" dirty="0" err="1">
                <a:solidFill>
                  <a:srgbClr val="FFFF00"/>
                </a:solidFill>
                <a:latin typeface="Sorts Mill Goudy"/>
              </a:rPr>
              <a:t>rm</a:t>
            </a:r>
            <a:r>
              <a:rPr lang="ko-KR" altLang="en-US" sz="1600" b="1" dirty="0">
                <a:solidFill>
                  <a:srgbClr val="FFFF00"/>
                </a:solidFill>
                <a:latin typeface="Sorts Mill Goudy"/>
              </a:rPr>
              <a:t> </a:t>
            </a:r>
            <a:r>
              <a:rPr lang="ko-KR" altLang="en-US" sz="1600" b="1" dirty="0" err="1">
                <a:solidFill>
                  <a:srgbClr val="FFFF00"/>
                </a:solidFill>
                <a:latin typeface="Sorts Mill Goudy"/>
              </a:rPr>
              <a:t>chuanwen</a:t>
            </a:r>
            <a:r>
              <a:rPr lang="ko-KR" altLang="en-US" sz="1600" b="1" dirty="0">
                <a:solidFill>
                  <a:srgbClr val="FFFF00"/>
                </a:solidFill>
                <a:latin typeface="Sorts Mill Goudy"/>
              </a:rPr>
              <a:t>/</a:t>
            </a:r>
            <a:r>
              <a:rPr lang="ko-KR" altLang="en-US" sz="1600" b="1" dirty="0" err="1">
                <a:solidFill>
                  <a:srgbClr val="FFFF00"/>
                </a:solidFill>
                <a:latin typeface="Sorts Mill Goudy"/>
              </a:rPr>
              <a:t>cowsay</a:t>
            </a:r>
            <a:endParaRPr lang="ko-KR" altLang="en-US" sz="1600" b="1" dirty="0">
              <a:solidFill>
                <a:srgbClr val="FFFF00"/>
              </a:solidFill>
              <a:latin typeface="Sorts Mill Goudy"/>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FIle</a:t>
            </a:r>
            <a:endParaRPr/>
          </a:p>
        </p:txBody>
      </p:sp>
      <p:sp>
        <p:nvSpPr>
          <p:cNvPr id="393" name="Google Shape;393;p2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394" name="Google Shape;394;p25"/>
          <p:cNvSpPr txBox="1"/>
          <p:nvPr/>
        </p:nvSpPr>
        <p:spPr>
          <a:xfrm>
            <a:off x="690513" y="1140164"/>
            <a:ext cx="11206114"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err="1">
                <a:solidFill>
                  <a:srgbClr val="FFFF00"/>
                </a:solidFill>
                <a:latin typeface="Sorts Mill Goudy"/>
                <a:ea typeface="Sorts Mill Goudy"/>
                <a:cs typeface="Sorts Mill Goudy"/>
                <a:sym typeface="Sorts Mill Goudy"/>
              </a:rPr>
              <a:t>mkdir</a:t>
            </a:r>
            <a:r>
              <a:rPr lang="en-US" sz="1600" b="1" dirty="0">
                <a:solidFill>
                  <a:srgbClr val="FFFF00"/>
                </a:solidFill>
                <a:latin typeface="Sorts Mill Goudy"/>
                <a:ea typeface="Sorts Mill Goudy"/>
                <a:cs typeface="Sorts Mill Goudy"/>
                <a:sym typeface="Sorts Mill Goudy"/>
              </a:rPr>
              <a:t> </a:t>
            </a:r>
            <a:r>
              <a:rPr lang="en-US" sz="1600" b="1" dirty="0" err="1">
                <a:solidFill>
                  <a:srgbClr val="FFFF00"/>
                </a:solidFill>
                <a:latin typeface="Sorts Mill Goudy"/>
                <a:ea typeface="Sorts Mill Goudy"/>
                <a:cs typeface="Sorts Mill Goudy"/>
                <a:sym typeface="Sorts Mill Goudy"/>
              </a:rPr>
              <a:t>mydockerbuild</a:t>
            </a:r>
            <a:endParaRPr dirty="0"/>
          </a:p>
          <a:p>
            <a:pPr marL="0" marR="0" lvl="0" indent="0" algn="l" rtl="0">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 </a:t>
            </a:r>
            <a:r>
              <a:rPr lang="en-US" sz="1600" b="1" dirty="0">
                <a:solidFill>
                  <a:srgbClr val="FFFF00"/>
                </a:solidFill>
                <a:latin typeface="Sorts Mill Goudy"/>
                <a:ea typeface="Sorts Mill Goudy"/>
                <a:cs typeface="Sorts Mill Goudy"/>
                <a:sym typeface="Sorts Mill Goudy"/>
              </a:rPr>
              <a:t>cd </a:t>
            </a:r>
            <a:r>
              <a:rPr lang="en-US" sz="1600" b="1" dirty="0" err="1">
                <a:solidFill>
                  <a:srgbClr val="FFFF00"/>
                </a:solidFill>
                <a:latin typeface="Sorts Mill Goudy"/>
                <a:ea typeface="Sorts Mill Goudy"/>
                <a:cs typeface="Sorts Mill Goudy"/>
                <a:sym typeface="Sorts Mill Goudy"/>
              </a:rPr>
              <a:t>mydockerbuild</a:t>
            </a:r>
            <a:endParaRPr dirty="0"/>
          </a:p>
          <a:p>
            <a:pPr marL="0" marR="0" lvl="0" indent="0" algn="l" rtl="0">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a:t>
            </a:r>
            <a:r>
              <a:rPr lang="en-US" sz="1600" dirty="0" err="1">
                <a:solidFill>
                  <a:schemeClr val="lt1"/>
                </a:solidFill>
                <a:latin typeface="Sorts Mill Goudy"/>
                <a:ea typeface="Sorts Mill Goudy"/>
                <a:cs typeface="Sorts Mill Goudy"/>
                <a:sym typeface="Sorts Mill Goudy"/>
              </a:rPr>
              <a:t>mydockerbuild</a:t>
            </a:r>
            <a:r>
              <a:rPr lang="en-US" sz="1600" dirty="0">
                <a:solidFill>
                  <a:schemeClr val="lt1"/>
                </a:solidFill>
                <a:latin typeface="Sorts Mill Goudy"/>
                <a:ea typeface="Sorts Mill Goudy"/>
                <a:cs typeface="Sorts Mill Goudy"/>
                <a:sym typeface="Sorts Mill Goudy"/>
              </a:rPr>
              <a:t>$ </a:t>
            </a:r>
            <a:r>
              <a:rPr lang="en-US" sz="1600" b="1" dirty="0">
                <a:solidFill>
                  <a:srgbClr val="FFFF00"/>
                </a:solidFill>
                <a:latin typeface="Sorts Mill Goudy"/>
                <a:ea typeface="Sorts Mill Goudy"/>
                <a:cs typeface="Sorts Mill Goudy"/>
                <a:sym typeface="Sorts Mill Goudy"/>
              </a:rPr>
              <a:t>vi </a:t>
            </a:r>
            <a:r>
              <a:rPr lang="en-US" sz="1600" b="1" dirty="0" err="1">
                <a:solidFill>
                  <a:srgbClr val="FFFF00"/>
                </a:solidFill>
                <a:latin typeface="Sorts Mill Goudy"/>
                <a:ea typeface="Sorts Mill Goudy"/>
                <a:cs typeface="Sorts Mill Goudy"/>
                <a:sym typeface="Sorts Mill Goudy"/>
              </a:rPr>
              <a:t>Dockerfile</a:t>
            </a:r>
            <a:endParaRPr dirty="0"/>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dirty="0">
                <a:solidFill>
                  <a:schemeClr val="lt1"/>
                </a:solidFill>
                <a:latin typeface="Sorts Mill Goudy"/>
                <a:ea typeface="Sorts Mill Goudy"/>
                <a:cs typeface="Sorts Mill Goudy"/>
                <a:sym typeface="Sorts Mill Goudy"/>
              </a:rPr>
              <a:t>ancestor9@DESKTOP-LMLFU0S:~/</a:t>
            </a:r>
            <a:r>
              <a:rPr lang="en-US" sz="1600" dirty="0" err="1">
                <a:solidFill>
                  <a:schemeClr val="lt1"/>
                </a:solidFill>
                <a:latin typeface="Sorts Mill Goudy"/>
                <a:ea typeface="Sorts Mill Goudy"/>
                <a:cs typeface="Sorts Mill Goudy"/>
                <a:sym typeface="Sorts Mill Goudy"/>
              </a:rPr>
              <a:t>mydockerbuild</a:t>
            </a:r>
            <a:r>
              <a:rPr lang="en-US" sz="1600" dirty="0">
                <a:solidFill>
                  <a:schemeClr val="lt1"/>
                </a:solidFill>
                <a:latin typeface="Sorts Mill Goudy"/>
                <a:ea typeface="Sorts Mill Goudy"/>
                <a:cs typeface="Sorts Mill Goudy"/>
                <a:sym typeface="Sorts Mill Goudy"/>
              </a:rPr>
              <a:t>$ </a:t>
            </a:r>
            <a:r>
              <a:rPr lang="en-US" sz="1600" b="1" dirty="0">
                <a:solidFill>
                  <a:srgbClr val="FFFF00"/>
                </a:solidFill>
                <a:latin typeface="Sorts Mill Goudy"/>
                <a:ea typeface="Sorts Mill Goudy"/>
                <a:cs typeface="Sorts Mill Goudy"/>
                <a:sym typeface="Sorts Mill Goudy"/>
              </a:rPr>
              <a:t>docker build -t docker-whale .</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Building 22.5s (6/6) FINISHED                                                        </a:t>
            </a:r>
            <a:r>
              <a:rPr lang="en-US" sz="1600" dirty="0" err="1">
                <a:solidFill>
                  <a:srgbClr val="00B0F0"/>
                </a:solidFill>
                <a:latin typeface="Sorts Mill Goudy"/>
                <a:ea typeface="Sorts Mill Goudy"/>
                <a:cs typeface="Sorts Mill Goudy"/>
                <a:sym typeface="Sorts Mill Goudy"/>
              </a:rPr>
              <a:t>docker:default</a:t>
            </a:r>
            <a:endParaRPr sz="1600" dirty="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=&gt; [internal] load .</a:t>
            </a:r>
            <a:r>
              <a:rPr lang="en-US" sz="1600" dirty="0" err="1">
                <a:solidFill>
                  <a:srgbClr val="00B0F0"/>
                </a:solidFill>
                <a:latin typeface="Sorts Mill Goudy"/>
                <a:ea typeface="Sorts Mill Goudy"/>
                <a:cs typeface="Sorts Mill Goudy"/>
                <a:sym typeface="Sorts Mill Goudy"/>
              </a:rPr>
              <a:t>dockerignore</a:t>
            </a:r>
            <a:r>
              <a:rPr lang="en-US" sz="1600" dirty="0">
                <a:solidFill>
                  <a:srgbClr val="00B0F0"/>
                </a:solidFill>
                <a:latin typeface="Sorts Mill Goudy"/>
                <a:ea typeface="Sorts Mill Goudy"/>
                <a:cs typeface="Sorts Mill Goudy"/>
                <a:sym typeface="Sorts Mill Goudy"/>
              </a:rPr>
              <a:t>                                                                  0.1s</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=&gt; =&gt; transferring context: 2B                                                                    0.0s</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=&gt; [internal] load build definition from </a:t>
            </a:r>
            <a:r>
              <a:rPr lang="en-US" sz="1600" dirty="0" err="1">
                <a:solidFill>
                  <a:srgbClr val="00B0F0"/>
                </a:solidFill>
                <a:latin typeface="Sorts Mill Goudy"/>
                <a:ea typeface="Sorts Mill Goudy"/>
                <a:cs typeface="Sorts Mill Goudy"/>
                <a:sym typeface="Sorts Mill Goudy"/>
              </a:rPr>
              <a:t>Dockerfile</a:t>
            </a:r>
            <a:r>
              <a:rPr lang="en-US" sz="1600" dirty="0">
                <a:solidFill>
                  <a:srgbClr val="00B0F0"/>
                </a:solidFill>
                <a:latin typeface="Sorts Mill Goudy"/>
                <a:ea typeface="Sorts Mill Goudy"/>
                <a:cs typeface="Sorts Mill Goudy"/>
                <a:sym typeface="Sorts Mill Goudy"/>
              </a:rPr>
              <a:t>                                               0.1s</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=&gt; =&gt; transferring </a:t>
            </a:r>
            <a:r>
              <a:rPr lang="en-US" sz="1600" dirty="0" err="1">
                <a:solidFill>
                  <a:srgbClr val="00B0F0"/>
                </a:solidFill>
                <a:latin typeface="Sorts Mill Goudy"/>
                <a:ea typeface="Sorts Mill Goudy"/>
                <a:cs typeface="Sorts Mill Goudy"/>
                <a:sym typeface="Sorts Mill Goudy"/>
              </a:rPr>
              <a:t>dockerfile</a:t>
            </a:r>
            <a:r>
              <a:rPr lang="en-US" sz="1600" dirty="0">
                <a:solidFill>
                  <a:srgbClr val="00B0F0"/>
                </a:solidFill>
                <a:latin typeface="Sorts Mill Goudy"/>
                <a:ea typeface="Sorts Mill Goudy"/>
                <a:cs typeface="Sorts Mill Goudy"/>
                <a:sym typeface="Sorts Mill Goudy"/>
              </a:rPr>
              <a:t>: 153B                                                               0.0s</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=&gt; [internal] load metadata for docker.io/docker/</a:t>
            </a:r>
            <a:r>
              <a:rPr lang="en-US" sz="1600" dirty="0" err="1">
                <a:solidFill>
                  <a:srgbClr val="00B0F0"/>
                </a:solidFill>
                <a:latin typeface="Sorts Mill Goudy"/>
                <a:ea typeface="Sorts Mill Goudy"/>
                <a:cs typeface="Sorts Mill Goudy"/>
                <a:sym typeface="Sorts Mill Goudy"/>
              </a:rPr>
              <a:t>whalesay:latest</a:t>
            </a:r>
            <a:r>
              <a:rPr lang="en-US" sz="1600" dirty="0">
                <a:solidFill>
                  <a:srgbClr val="00B0F0"/>
                </a:solidFill>
                <a:latin typeface="Sorts Mill Goudy"/>
                <a:ea typeface="Sorts Mill Goudy"/>
                <a:cs typeface="Sorts Mill Goudy"/>
                <a:sym typeface="Sorts Mill Goudy"/>
              </a:rPr>
              <a:t>                                  0.0s</a:t>
            </a:r>
            <a:endParaRPr dirty="0"/>
          </a:p>
          <a:p>
            <a:pPr marL="0" marR="0" lvl="0" indent="0" algn="l" rtl="0">
              <a:spcBef>
                <a:spcPts val="0"/>
              </a:spcBef>
              <a:spcAft>
                <a:spcPts val="0"/>
              </a:spcAft>
              <a:buNone/>
            </a:pPr>
            <a:r>
              <a:rPr lang="en-US" sz="1600" dirty="0">
                <a:solidFill>
                  <a:srgbClr val="00B0F0"/>
                </a:solidFill>
                <a:latin typeface="Sorts Mill Goudy"/>
                <a:ea typeface="Sorts Mill Goudy"/>
                <a:cs typeface="Sorts Mill Goudy"/>
                <a:sym typeface="Sorts Mill Goudy"/>
              </a:rPr>
              <a:t> =&gt; [1/2] FROM docker.io/docker/</a:t>
            </a:r>
            <a:r>
              <a:rPr lang="en-US" sz="1600" dirty="0" err="1">
                <a:solidFill>
                  <a:srgbClr val="00B0F0"/>
                </a:solidFill>
                <a:latin typeface="Sorts Mill Goudy"/>
                <a:ea typeface="Sorts Mill Goudy"/>
                <a:cs typeface="Sorts Mill Goudy"/>
                <a:sym typeface="Sorts Mill Goudy"/>
              </a:rPr>
              <a:t>whalesay:latest</a:t>
            </a:r>
            <a:r>
              <a:rPr lang="en-US" sz="1600" dirty="0">
                <a:solidFill>
                  <a:srgbClr val="00B0F0"/>
                </a:solidFill>
                <a:latin typeface="Sorts Mill Goudy"/>
                <a:ea typeface="Sorts Mill Goudy"/>
                <a:cs typeface="Sorts Mill Goudy"/>
                <a:sym typeface="Sorts Mill Goudy"/>
              </a:rPr>
              <a:t>                                                    0.1s</a:t>
            </a:r>
            <a:endParaRPr dirty="0"/>
          </a:p>
        </p:txBody>
      </p:sp>
      <p:grpSp>
        <p:nvGrpSpPr>
          <p:cNvPr id="395" name="Google Shape;395;p25"/>
          <p:cNvGrpSpPr/>
          <p:nvPr/>
        </p:nvGrpSpPr>
        <p:grpSpPr>
          <a:xfrm>
            <a:off x="690513" y="2125558"/>
            <a:ext cx="5276654" cy="1975102"/>
            <a:chOff x="690513" y="2134985"/>
            <a:chExt cx="5738367" cy="2057230"/>
          </a:xfrm>
        </p:grpSpPr>
        <p:pic>
          <p:nvPicPr>
            <p:cNvPr id="396" name="Google Shape;396;p25"/>
            <p:cNvPicPr preferRelativeResize="0"/>
            <p:nvPr/>
          </p:nvPicPr>
          <p:blipFill rotWithShape="1">
            <a:blip r:embed="rId3">
              <a:alphaModFix/>
            </a:blip>
            <a:srcRect/>
            <a:stretch/>
          </p:blipFill>
          <p:spPr>
            <a:xfrm>
              <a:off x="728626" y="2134985"/>
              <a:ext cx="5700254" cy="1661304"/>
            </a:xfrm>
            <a:prstGeom prst="rect">
              <a:avLst/>
            </a:prstGeom>
            <a:noFill/>
            <a:ln>
              <a:noFill/>
            </a:ln>
          </p:spPr>
        </p:pic>
        <p:pic>
          <p:nvPicPr>
            <p:cNvPr id="397" name="Google Shape;397;p25"/>
            <p:cNvPicPr preferRelativeResize="0"/>
            <p:nvPr/>
          </p:nvPicPr>
          <p:blipFill rotWithShape="1">
            <a:blip r:embed="rId4">
              <a:alphaModFix/>
            </a:blip>
            <a:srcRect/>
            <a:stretch/>
          </p:blipFill>
          <p:spPr>
            <a:xfrm>
              <a:off x="690513" y="3827549"/>
              <a:ext cx="675967" cy="364666"/>
            </a:xfrm>
            <a:prstGeom prst="rect">
              <a:avLst/>
            </a:prstGeom>
            <a:noFill/>
            <a:ln>
              <a:noFill/>
            </a:ln>
          </p:spPr>
        </p:pic>
      </p:grpSp>
      <p:sp>
        <p:nvSpPr>
          <p:cNvPr id="398" name="Google Shape;398;p25"/>
          <p:cNvSpPr/>
          <p:nvPr/>
        </p:nvSpPr>
        <p:spPr>
          <a:xfrm>
            <a:off x="2941162" y="3524741"/>
            <a:ext cx="5524107" cy="39159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36342" y="132112"/>
                </a:lnTo>
              </a:path>
            </a:pathLst>
          </a:custGeom>
          <a:solidFill>
            <a:schemeClr val="accent1"/>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dirty="0">
                <a:solidFill>
                  <a:schemeClr val="dk1"/>
                </a:solidFill>
                <a:latin typeface="Arial"/>
                <a:ea typeface="Arial"/>
                <a:cs typeface="Arial"/>
                <a:sym typeface="Arial"/>
              </a:rPr>
              <a:t>Esc </a:t>
            </a:r>
            <a:r>
              <a:rPr lang="en-US" sz="1400" b="0" i="0" dirty="0" err="1">
                <a:solidFill>
                  <a:schemeClr val="dk1"/>
                </a:solidFill>
                <a:latin typeface="Arial"/>
                <a:ea typeface="Arial"/>
                <a:cs typeface="Arial"/>
                <a:sym typeface="Arial"/>
              </a:rPr>
              <a:t>키를</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눌러</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일반</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모드로</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전환하고</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wq를</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입력한</a:t>
            </a:r>
            <a:r>
              <a:rPr lang="en-US" sz="1400" b="0" i="0" dirty="0">
                <a:solidFill>
                  <a:schemeClr val="dk1"/>
                </a:solidFill>
                <a:latin typeface="Arial"/>
                <a:ea typeface="Arial"/>
                <a:cs typeface="Arial"/>
                <a:sym typeface="Arial"/>
              </a:rPr>
              <a:t> </a:t>
            </a:r>
            <a:r>
              <a:rPr lang="en-US" sz="1400" b="0" i="0" dirty="0" err="1">
                <a:solidFill>
                  <a:schemeClr val="dk1"/>
                </a:solidFill>
                <a:latin typeface="Arial"/>
                <a:ea typeface="Arial"/>
                <a:cs typeface="Arial"/>
                <a:sym typeface="Arial"/>
              </a:rPr>
              <a:t>다음</a:t>
            </a:r>
            <a:r>
              <a:rPr lang="en-US" sz="1400" b="0" i="0" dirty="0">
                <a:solidFill>
                  <a:schemeClr val="dk1"/>
                </a:solidFill>
                <a:latin typeface="Arial"/>
                <a:ea typeface="Arial"/>
                <a:cs typeface="Arial"/>
                <a:sym typeface="Arial"/>
              </a:rPr>
              <a:t> Enter</a:t>
            </a:r>
            <a:endParaRPr sz="1400" dirty="0">
              <a:solidFill>
                <a:schemeClr val="dk1"/>
              </a:solidFill>
              <a:latin typeface="Arial"/>
              <a:ea typeface="Arial"/>
              <a:cs typeface="Arial"/>
              <a:sym typeface="Arial"/>
            </a:endParaRPr>
          </a:p>
        </p:txBody>
      </p:sp>
      <p:sp>
        <p:nvSpPr>
          <p:cNvPr id="399" name="Google Shape;399;p25"/>
          <p:cNvSpPr txBox="1"/>
          <p:nvPr/>
        </p:nvSpPr>
        <p:spPr>
          <a:xfrm>
            <a:off x="8465269" y="4659202"/>
            <a:ext cx="3131287" cy="73866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1" dirty="0">
                <a:solidFill>
                  <a:srgbClr val="242424"/>
                </a:solidFill>
                <a:latin typeface="Arial"/>
                <a:ea typeface="Arial"/>
                <a:cs typeface="Arial"/>
                <a:sym typeface="Arial"/>
              </a:rPr>
              <a:t>If you see ‘</a:t>
            </a:r>
            <a:r>
              <a:rPr lang="en-US" sz="1400" b="1" i="1" dirty="0">
                <a:solidFill>
                  <a:srgbClr val="242424"/>
                </a:solidFill>
                <a:latin typeface="Arial"/>
                <a:ea typeface="Arial"/>
                <a:cs typeface="Arial"/>
                <a:sym typeface="Arial"/>
              </a:rPr>
              <a:t>no</a:t>
            </a:r>
            <a:r>
              <a:rPr lang="en-US" sz="1400" b="0" i="1" dirty="0">
                <a:solidFill>
                  <a:srgbClr val="242424"/>
                </a:solidFill>
                <a:latin typeface="Arial"/>
                <a:ea typeface="Arial"/>
                <a:cs typeface="Arial"/>
                <a:sym typeface="Arial"/>
              </a:rPr>
              <a:t> </a:t>
            </a:r>
            <a:r>
              <a:rPr lang="en-US" sz="1400" b="1" i="1" dirty="0">
                <a:solidFill>
                  <a:srgbClr val="242424"/>
                </a:solidFill>
                <a:latin typeface="Arial"/>
                <a:ea typeface="Arial"/>
                <a:cs typeface="Arial"/>
                <a:sym typeface="Arial"/>
              </a:rPr>
              <a:t>permission</a:t>
            </a:r>
            <a:r>
              <a:rPr lang="en-US" sz="1400" b="0" i="1" dirty="0">
                <a:solidFill>
                  <a:srgbClr val="242424"/>
                </a:solidFill>
                <a:latin typeface="Arial"/>
                <a:ea typeface="Arial"/>
                <a:cs typeface="Arial"/>
                <a:sym typeface="Arial"/>
              </a:rPr>
              <a:t>’ error, try to prefix above command with ‘</a:t>
            </a:r>
            <a:r>
              <a:rPr lang="en-US" sz="1400" b="1" i="1" dirty="0" err="1">
                <a:solidFill>
                  <a:srgbClr val="242424"/>
                </a:solidFill>
                <a:latin typeface="Arial"/>
                <a:ea typeface="Arial"/>
                <a:cs typeface="Arial"/>
                <a:sym typeface="Arial"/>
              </a:rPr>
              <a:t>sudo</a:t>
            </a:r>
            <a:r>
              <a:rPr lang="en-US" sz="1400" b="0" i="1" dirty="0">
                <a:solidFill>
                  <a:srgbClr val="242424"/>
                </a:solidFill>
                <a:latin typeface="Arial"/>
                <a:ea typeface="Arial"/>
                <a:cs typeface="Arial"/>
                <a:sym typeface="Arial"/>
              </a:rPr>
              <a:t>’ as shown in above snapshot.</a:t>
            </a:r>
            <a:endParaRPr sz="1400" dirty="0">
              <a:solidFill>
                <a:schemeClr val="lt1"/>
              </a:solidFill>
              <a:latin typeface="Sorts Mill Goudy"/>
              <a:ea typeface="Sorts Mill Goudy"/>
              <a:cs typeface="Sorts Mill Goudy"/>
              <a:sym typeface="Sorts Mill Goudy"/>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FIle</a:t>
            </a:r>
            <a:endParaRPr/>
          </a:p>
        </p:txBody>
      </p:sp>
      <p:sp>
        <p:nvSpPr>
          <p:cNvPr id="405" name="Google Shape;405;p2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406" name="Google Shape;406;p26"/>
          <p:cNvSpPr txBox="1"/>
          <p:nvPr/>
        </p:nvSpPr>
        <p:spPr>
          <a:xfrm>
            <a:off x="690513" y="1140164"/>
            <a:ext cx="11206114" cy="5478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lt1"/>
                </a:solidFill>
                <a:latin typeface="Sorts Mill Goudy"/>
                <a:ea typeface="Sorts Mill Goudy"/>
                <a:cs typeface="Sorts Mill Goudy"/>
                <a:sym typeface="Sorts Mill Goudy"/>
              </a:rPr>
              <a:t>ancestor9@DESKTOP-LMLFU0S:~/</a:t>
            </a:r>
            <a:r>
              <a:rPr lang="en-US" sz="1400" dirty="0" err="1">
                <a:solidFill>
                  <a:schemeClr val="lt1"/>
                </a:solidFill>
                <a:latin typeface="Sorts Mill Goudy"/>
                <a:ea typeface="Sorts Mill Goudy"/>
                <a:cs typeface="Sorts Mill Goudy"/>
                <a:sym typeface="Sorts Mill Goudy"/>
              </a:rPr>
              <a:t>mydockerbuild</a:t>
            </a:r>
            <a:r>
              <a:rPr lang="en-US" sz="1400" dirty="0">
                <a:solidFill>
                  <a:schemeClr val="lt1"/>
                </a:solidFill>
                <a:latin typeface="Sorts Mill Goudy"/>
                <a:ea typeface="Sorts Mill Goudy"/>
                <a:cs typeface="Sorts Mill Goudy"/>
                <a:sym typeface="Sorts Mill Goudy"/>
              </a:rPr>
              <a:t>$ </a:t>
            </a:r>
            <a:r>
              <a:rPr lang="en-US" sz="1400" b="1" dirty="0">
                <a:solidFill>
                  <a:srgbClr val="FFFF00"/>
                </a:solidFill>
                <a:latin typeface="Sorts Mill Goudy"/>
                <a:ea typeface="Sorts Mill Goudy"/>
                <a:cs typeface="Sorts Mill Goudy"/>
                <a:sym typeface="Sorts Mill Goudy"/>
              </a:rPr>
              <a:t>docker images</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REPOSITORY        TAG       IMAGE ID       CREATED         SIZE</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docker-whale      latest    b2c4b9c8f746   4 minutes ago   278MB</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hello-world       latest    d2c94e258dcb   8 months ago     13.3kB</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docker/</a:t>
            </a:r>
            <a:r>
              <a:rPr lang="en-US" sz="1400" dirty="0" err="1">
                <a:solidFill>
                  <a:srgbClr val="00B0F0"/>
                </a:solidFill>
                <a:latin typeface="Sorts Mill Goudy"/>
                <a:ea typeface="Sorts Mill Goudy"/>
                <a:cs typeface="Sorts Mill Goudy"/>
                <a:sym typeface="Sorts Mill Goudy"/>
              </a:rPr>
              <a:t>whalesay</a:t>
            </a:r>
            <a:r>
              <a:rPr lang="en-US" sz="1400" dirty="0">
                <a:solidFill>
                  <a:srgbClr val="00B0F0"/>
                </a:solidFill>
                <a:latin typeface="Sorts Mill Goudy"/>
                <a:ea typeface="Sorts Mill Goudy"/>
                <a:cs typeface="Sorts Mill Goudy"/>
                <a:sym typeface="Sorts Mill Goudy"/>
              </a:rPr>
              <a:t>   latest    6b362a9f73eb   8 years ago      247MB</a:t>
            </a:r>
            <a:endParaRPr dirty="0"/>
          </a:p>
          <a:p>
            <a:pPr marL="0" marR="0" lvl="0" indent="0" algn="l" rtl="0">
              <a:spcBef>
                <a:spcPts val="0"/>
              </a:spcBef>
              <a:spcAft>
                <a:spcPts val="0"/>
              </a:spcAft>
              <a:buNone/>
            </a:pPr>
            <a:endParaRPr sz="1400" dirty="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dirty="0">
                <a:solidFill>
                  <a:schemeClr val="lt1"/>
                </a:solidFill>
                <a:latin typeface="Sorts Mill Goudy"/>
                <a:ea typeface="Sorts Mill Goudy"/>
                <a:cs typeface="Sorts Mill Goudy"/>
                <a:sym typeface="Sorts Mill Goudy"/>
              </a:rPr>
              <a:t>ancestor9@DESKTOP-LMLFU0S:~/</a:t>
            </a:r>
            <a:r>
              <a:rPr lang="en-US" sz="1400" dirty="0" err="1">
                <a:solidFill>
                  <a:schemeClr val="lt1"/>
                </a:solidFill>
                <a:latin typeface="Sorts Mill Goudy"/>
                <a:ea typeface="Sorts Mill Goudy"/>
                <a:cs typeface="Sorts Mill Goudy"/>
                <a:sym typeface="Sorts Mill Goudy"/>
              </a:rPr>
              <a:t>mydockerbuild</a:t>
            </a:r>
            <a:r>
              <a:rPr lang="en-US" sz="1400" dirty="0">
                <a:solidFill>
                  <a:schemeClr val="lt1"/>
                </a:solidFill>
                <a:latin typeface="Sorts Mill Goudy"/>
                <a:ea typeface="Sorts Mill Goudy"/>
                <a:cs typeface="Sorts Mill Goudy"/>
                <a:sym typeface="Sorts Mill Goudy"/>
              </a:rPr>
              <a:t>$ </a:t>
            </a:r>
            <a:r>
              <a:rPr lang="en-US" sz="1400" b="1" dirty="0">
                <a:solidFill>
                  <a:srgbClr val="FFFF00"/>
                </a:solidFill>
                <a:latin typeface="Sorts Mill Goudy"/>
                <a:ea typeface="Sorts Mill Goudy"/>
                <a:cs typeface="Sorts Mill Goudy"/>
                <a:sym typeface="Sorts Mill Goudy"/>
              </a:rPr>
              <a:t>docker run docker-whale</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____________________________________</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&lt;-- </a:t>
            </a:r>
            <a:r>
              <a:rPr lang="en-US" sz="1400" dirty="0" err="1">
                <a:solidFill>
                  <a:srgbClr val="00B0F0"/>
                </a:solidFill>
                <a:latin typeface="Sorts Mill Goudy"/>
                <a:ea typeface="Sorts Mill Goudy"/>
                <a:cs typeface="Sorts Mill Goudy"/>
                <a:sym typeface="Sorts Mill Goudy"/>
              </a:rPr>
              <a:t>Overfiend</a:t>
            </a:r>
            <a:r>
              <a:rPr lang="en-US" sz="1400" dirty="0">
                <a:solidFill>
                  <a:srgbClr val="00B0F0"/>
                </a:solidFill>
                <a:latin typeface="Sorts Mill Goudy"/>
                <a:ea typeface="Sorts Mill Goudy"/>
                <a:cs typeface="Sorts Mill Goudy"/>
                <a:sym typeface="Sorts Mill Goudy"/>
              </a:rPr>
              <a:t> has quit ("venturing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forth to destroy strange new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worlds, and eat life and new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civilizations")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 ## ##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 ## ## ##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/""""""""""""""""___/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 {~~ ~~~~ ~~~ ~~~~ ~~ ~ /  ===- ~~~</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\______ o          __/</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    \        __/</a:t>
            </a:r>
            <a:endParaRPr dirty="0"/>
          </a:p>
          <a:p>
            <a:pPr marL="0" marR="0" lvl="0" indent="0" algn="l" rtl="0">
              <a:spcBef>
                <a:spcPts val="0"/>
              </a:spcBef>
              <a:spcAft>
                <a:spcPts val="0"/>
              </a:spcAft>
              <a:buNone/>
            </a:pPr>
            <a:r>
              <a:rPr lang="en-US" sz="1400" dirty="0">
                <a:solidFill>
                  <a:srgbClr val="00B0F0"/>
                </a:solidFill>
                <a:latin typeface="Sorts Mill Goudy"/>
                <a:ea typeface="Sorts Mill Goudy"/>
                <a:cs typeface="Sorts Mill Goudy"/>
                <a:sym typeface="Sorts Mill Goudy"/>
              </a:rPr>
              <a:t>          \____\______/</a:t>
            </a:r>
            <a:endParaRPr sz="1400" b="1" dirty="0">
              <a:solidFill>
                <a:srgbClr val="00B0F0"/>
              </a:solidFill>
              <a:latin typeface="Sorts Mill Goudy"/>
              <a:ea typeface="Sorts Mill Goudy"/>
              <a:cs typeface="Sorts Mill Goudy"/>
              <a:sym typeface="Sorts Mill Goudy"/>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실습하기</a:t>
            </a:r>
            <a:endParaRPr/>
          </a:p>
        </p:txBody>
      </p:sp>
      <p:sp>
        <p:nvSpPr>
          <p:cNvPr id="412" name="Google Shape;412;p2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pic>
        <p:nvPicPr>
          <p:cNvPr id="413" name="Google Shape;413;p27" descr="나무 배경에 영화 클래퍼입니다. 3d 그림"/>
          <p:cNvPicPr preferRelativeResize="0"/>
          <p:nvPr/>
        </p:nvPicPr>
        <p:blipFill rotWithShape="1">
          <a:blip r:embed="rId3">
            <a:alphaModFix/>
          </a:blip>
          <a:srcRect/>
          <a:stretch/>
        </p:blipFill>
        <p:spPr>
          <a:xfrm>
            <a:off x="1333500" y="1047750"/>
            <a:ext cx="9525000" cy="4762500"/>
          </a:xfrm>
          <a:prstGeom prst="rect">
            <a:avLst/>
          </a:prstGeom>
          <a:noFill/>
          <a:ln>
            <a:noFill/>
          </a:ln>
        </p:spPr>
      </p:pic>
      <p:sp>
        <p:nvSpPr>
          <p:cNvPr id="414" name="Google Shape;414;p27"/>
          <p:cNvSpPr txBox="1"/>
          <p:nvPr/>
        </p:nvSpPr>
        <p:spPr>
          <a:xfrm rot="1558658">
            <a:off x="3491485" y="4278091"/>
            <a:ext cx="33983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Arial"/>
                <a:ea typeface="Arial"/>
                <a:cs typeface="Arial"/>
                <a:sym typeface="Arial"/>
              </a:rPr>
              <a:t>Image pull &amp; run</a:t>
            </a:r>
            <a:endParaRPr sz="1800" b="1">
              <a:solidFill>
                <a:srgbClr val="FFFF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Hub - Github</a:t>
            </a:r>
            <a:endParaRPr/>
          </a:p>
        </p:txBody>
      </p:sp>
      <p:sp>
        <p:nvSpPr>
          <p:cNvPr id="420" name="Google Shape;420;p2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pic>
        <p:nvPicPr>
          <p:cNvPr id="421" name="Google Shape;421;p28"/>
          <p:cNvPicPr preferRelativeResize="0"/>
          <p:nvPr/>
        </p:nvPicPr>
        <p:blipFill rotWithShape="1">
          <a:blip r:embed="rId3">
            <a:alphaModFix/>
          </a:blip>
          <a:srcRect/>
          <a:stretch/>
        </p:blipFill>
        <p:spPr>
          <a:xfrm>
            <a:off x="8428315" y="358107"/>
            <a:ext cx="1090364" cy="436495"/>
          </a:xfrm>
          <a:prstGeom prst="rect">
            <a:avLst/>
          </a:prstGeom>
          <a:noFill/>
          <a:ln>
            <a:noFill/>
          </a:ln>
        </p:spPr>
      </p:pic>
      <p:pic>
        <p:nvPicPr>
          <p:cNvPr id="422" name="Google Shape;422;p28"/>
          <p:cNvPicPr preferRelativeResize="0"/>
          <p:nvPr/>
        </p:nvPicPr>
        <p:blipFill rotWithShape="1">
          <a:blip r:embed="rId4">
            <a:alphaModFix/>
          </a:blip>
          <a:srcRect/>
          <a:stretch/>
        </p:blipFill>
        <p:spPr>
          <a:xfrm>
            <a:off x="2722029" y="224437"/>
            <a:ext cx="859928" cy="736150"/>
          </a:xfrm>
          <a:prstGeom prst="rect">
            <a:avLst/>
          </a:prstGeom>
          <a:noFill/>
          <a:ln>
            <a:noFill/>
          </a:ln>
        </p:spPr>
      </p:pic>
      <p:pic>
        <p:nvPicPr>
          <p:cNvPr id="423" name="Google Shape;423;p28"/>
          <p:cNvPicPr preferRelativeResize="0"/>
          <p:nvPr/>
        </p:nvPicPr>
        <p:blipFill rotWithShape="1">
          <a:blip r:embed="rId5">
            <a:alphaModFix/>
          </a:blip>
          <a:srcRect/>
          <a:stretch/>
        </p:blipFill>
        <p:spPr>
          <a:xfrm>
            <a:off x="323051" y="2493409"/>
            <a:ext cx="6319101" cy="2926086"/>
          </a:xfrm>
          <a:prstGeom prst="rect">
            <a:avLst/>
          </a:prstGeom>
          <a:noFill/>
          <a:ln>
            <a:noFill/>
          </a:ln>
        </p:spPr>
      </p:pic>
      <p:sp>
        <p:nvSpPr>
          <p:cNvPr id="424" name="Google Shape;424;p28"/>
          <p:cNvSpPr/>
          <p:nvPr/>
        </p:nvSpPr>
        <p:spPr>
          <a:xfrm>
            <a:off x="511679" y="4376373"/>
            <a:ext cx="1951953" cy="1043122"/>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425" name="Google Shape;425;p28"/>
          <p:cNvPicPr preferRelativeResize="0"/>
          <p:nvPr/>
        </p:nvPicPr>
        <p:blipFill rotWithShape="1">
          <a:blip r:embed="rId6">
            <a:alphaModFix/>
          </a:blip>
          <a:srcRect/>
          <a:stretch/>
        </p:blipFill>
        <p:spPr>
          <a:xfrm>
            <a:off x="4138366" y="2954946"/>
            <a:ext cx="7315803" cy="3022266"/>
          </a:xfrm>
          <a:prstGeom prst="rect">
            <a:avLst/>
          </a:prstGeom>
          <a:noFill/>
          <a:ln>
            <a:noFill/>
          </a:ln>
        </p:spPr>
      </p:pic>
      <p:sp>
        <p:nvSpPr>
          <p:cNvPr id="426" name="Google Shape;426;p28"/>
          <p:cNvSpPr/>
          <p:nvPr/>
        </p:nvSpPr>
        <p:spPr>
          <a:xfrm>
            <a:off x="5844314" y="3780148"/>
            <a:ext cx="1030973" cy="352609"/>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427" name="Google Shape;427;p28"/>
          <p:cNvSpPr/>
          <p:nvPr/>
        </p:nvSpPr>
        <p:spPr>
          <a:xfrm>
            <a:off x="4813341" y="4260904"/>
            <a:ext cx="1828811" cy="352609"/>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428" name="Google Shape;428;p28"/>
          <p:cNvSpPr txBox="1"/>
          <p:nvPr/>
        </p:nvSpPr>
        <p:spPr>
          <a:xfrm>
            <a:off x="546846" y="1150229"/>
            <a:ext cx="11415768" cy="36933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Noto Sans Symbols"/>
              <a:buChar char="▪"/>
            </a:pPr>
            <a:r>
              <a:rPr lang="en-US" sz="1800">
                <a:solidFill>
                  <a:schemeClr val="lt1"/>
                </a:solidFill>
                <a:latin typeface="Sorts Mill Goudy"/>
                <a:ea typeface="Sorts Mill Goudy"/>
                <a:cs typeface="Sorts Mill Goudy"/>
                <a:sym typeface="Sorts Mill Goudy"/>
              </a:rPr>
              <a:t>Docker Hub에 my repository를 Create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‘tag’ and ‘push’ image to your docker hub account.</a:t>
            </a:r>
            <a:endParaRPr sz="2900"/>
          </a:p>
        </p:txBody>
      </p:sp>
      <p:sp>
        <p:nvSpPr>
          <p:cNvPr id="436" name="Google Shape;436;p2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437" name="Google Shape;437;p29"/>
          <p:cNvSpPr txBox="1"/>
          <p:nvPr/>
        </p:nvSpPr>
        <p:spPr>
          <a:xfrm>
            <a:off x="690513" y="1140164"/>
            <a:ext cx="11206114"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ancestor9@DESKTOP-LMLFU0S:~/mydockerbuild$ </a:t>
            </a:r>
            <a:r>
              <a:rPr lang="en-US" sz="1600" b="1">
                <a:solidFill>
                  <a:srgbClr val="FFFF00"/>
                </a:solidFill>
                <a:latin typeface="Sorts Mill Goudy"/>
                <a:ea typeface="Sorts Mill Goudy"/>
                <a:cs typeface="Sorts Mill Goudy"/>
                <a:sym typeface="Sorts Mill Goudy"/>
              </a:rPr>
              <a:t>docker images</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REPOSITORY        TAG       IMAGE ID       CREATED         SIZE</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docker-whale      latest    </a:t>
            </a:r>
            <a:r>
              <a:rPr lang="en-US" sz="1600" b="1">
                <a:solidFill>
                  <a:srgbClr val="FF0000"/>
                </a:solidFill>
                <a:latin typeface="Sorts Mill Goudy"/>
                <a:ea typeface="Sorts Mill Goudy"/>
                <a:cs typeface="Sorts Mill Goudy"/>
                <a:sym typeface="Sorts Mill Goudy"/>
              </a:rPr>
              <a:t>b2c4b9c8f746</a:t>
            </a:r>
            <a:r>
              <a:rPr lang="en-US" sz="1600">
                <a:solidFill>
                  <a:srgbClr val="00B0F0"/>
                </a:solidFill>
                <a:latin typeface="Sorts Mill Goudy"/>
                <a:ea typeface="Sorts Mill Goudy"/>
                <a:cs typeface="Sorts Mill Goudy"/>
                <a:sym typeface="Sorts Mill Goudy"/>
              </a:rPr>
              <a:t>   4 minutes ago   278MB</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hello-world       latest    d2c94e258dcb   8 months ago     13.3kB</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docker/whalesay   latest    6b362a9f73eb   8 years ago      247MB</a:t>
            </a:r>
            <a:endParaRPr/>
          </a:p>
          <a:p>
            <a:pPr marL="0" marR="0" lvl="0" indent="0" algn="l" rtl="0">
              <a:spcBef>
                <a:spcPts val="0"/>
              </a:spcBef>
              <a:spcAft>
                <a:spcPts val="0"/>
              </a:spcAft>
              <a:buNone/>
            </a:pPr>
            <a:endParaRPr sz="16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ancestor9@DESKTOP-LMLFU0S:~/mydockerbuild$ </a:t>
            </a:r>
            <a:r>
              <a:rPr lang="en-US" sz="1600" b="1">
                <a:solidFill>
                  <a:srgbClr val="FFFF00"/>
                </a:solidFill>
                <a:latin typeface="Sorts Mill Goudy"/>
                <a:ea typeface="Sorts Mill Goudy"/>
                <a:cs typeface="Sorts Mill Goudy"/>
                <a:sym typeface="Sorts Mill Goudy"/>
              </a:rPr>
              <a:t>docker tag </a:t>
            </a:r>
            <a:r>
              <a:rPr lang="en-US" sz="1600" b="1">
                <a:solidFill>
                  <a:srgbClr val="FF0000"/>
                </a:solidFill>
                <a:latin typeface="Sorts Mill Goudy"/>
                <a:ea typeface="Sorts Mill Goudy"/>
                <a:cs typeface="Sorts Mill Goudy"/>
                <a:sym typeface="Sorts Mill Goudy"/>
              </a:rPr>
              <a:t>b2c4b9c8f746</a:t>
            </a:r>
            <a:r>
              <a:rPr lang="en-US" sz="1600" b="1">
                <a:solidFill>
                  <a:srgbClr val="FFFF00"/>
                </a:solidFill>
                <a:latin typeface="Sorts Mill Goudy"/>
                <a:ea typeface="Sorts Mill Goudy"/>
                <a:cs typeface="Sorts Mill Goudy"/>
                <a:sym typeface="Sorts Mill Goudy"/>
              </a:rPr>
              <a:t> </a:t>
            </a:r>
            <a:r>
              <a:rPr lang="en-US" sz="1600" b="1">
                <a:solidFill>
                  <a:srgbClr val="DF985C"/>
                </a:solidFill>
                <a:latin typeface="Sorts Mill Goudy"/>
                <a:ea typeface="Sorts Mill Goudy"/>
                <a:cs typeface="Sorts Mill Goudy"/>
                <a:sym typeface="Sorts Mill Goudy"/>
              </a:rPr>
              <a:t>ancestor9</a:t>
            </a:r>
            <a:r>
              <a:rPr lang="en-US" sz="1600" b="1">
                <a:solidFill>
                  <a:srgbClr val="FFFF00"/>
                </a:solidFill>
                <a:latin typeface="Sorts Mill Goudy"/>
                <a:ea typeface="Sorts Mill Goudy"/>
                <a:cs typeface="Sorts Mill Goudy"/>
                <a:sym typeface="Sorts Mill Goudy"/>
              </a:rPr>
              <a:t>/docker-whale:lates</a:t>
            </a:r>
            <a:endParaRPr/>
          </a:p>
          <a:p>
            <a:pPr marL="0" marR="0" lvl="0" indent="0" algn="l" rtl="0">
              <a:spcBef>
                <a:spcPts val="0"/>
              </a:spcBef>
              <a:spcAft>
                <a:spcPts val="0"/>
              </a:spcAft>
              <a:buNone/>
            </a:pPr>
            <a:endParaRPr sz="1600" b="1">
              <a:solidFill>
                <a:srgbClr val="FFFF00"/>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b="1">
              <a:solidFill>
                <a:srgbClr val="FFFF00"/>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b="1">
              <a:solidFill>
                <a:srgbClr val="FFFF0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ancestor9@DESKTOP-LMLFU0S:~/mydockerbuild$ </a:t>
            </a:r>
            <a:r>
              <a:rPr lang="en-US" sz="1600" b="1">
                <a:solidFill>
                  <a:srgbClr val="FFFF00"/>
                </a:solidFill>
                <a:latin typeface="Sorts Mill Goudy"/>
                <a:ea typeface="Sorts Mill Goudy"/>
                <a:cs typeface="Sorts Mill Goudy"/>
                <a:sym typeface="Sorts Mill Goudy"/>
              </a:rPr>
              <a:t>docker push ancestor9/docker-whale</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The push refers to repository [docker.io/ancestor9/docker-whale]</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tag does not exist: ancestor9/docker-whale:latest</a:t>
            </a:r>
            <a:endParaRPr/>
          </a:p>
          <a:p>
            <a:pPr marL="0" marR="0" lvl="0" indent="0" algn="l" rtl="0">
              <a:spcBef>
                <a:spcPts val="0"/>
              </a:spcBef>
              <a:spcAft>
                <a:spcPts val="0"/>
              </a:spcAft>
              <a:buNone/>
            </a:pPr>
            <a:endParaRPr sz="1600">
              <a:solidFill>
                <a:srgbClr val="00B0F0"/>
              </a:solidFill>
              <a:latin typeface="Sorts Mill Goudy"/>
              <a:ea typeface="Sorts Mill Goudy"/>
              <a:cs typeface="Sorts Mill Goudy"/>
              <a:sym typeface="Sorts Mill Goudy"/>
            </a:endParaRPr>
          </a:p>
        </p:txBody>
      </p:sp>
      <p:sp>
        <p:nvSpPr>
          <p:cNvPr id="438" name="Google Shape;438;p29"/>
          <p:cNvSpPr txBox="1"/>
          <p:nvPr/>
        </p:nvSpPr>
        <p:spPr>
          <a:xfrm>
            <a:off x="3725943" y="3033565"/>
            <a:ext cx="7878451"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a:solidFill>
                  <a:srgbClr val="242424"/>
                </a:solidFill>
                <a:latin typeface="Arial"/>
                <a:ea typeface="Arial"/>
                <a:cs typeface="Arial"/>
                <a:sym typeface="Arial"/>
              </a:rPr>
              <a:t>#docker tag &lt;image-id of docker-whale&gt; &lt;your dockerhub username&gt;/docker-whale:latest</a:t>
            </a:r>
            <a:endParaRPr sz="1400">
              <a:solidFill>
                <a:schemeClr val="lt1"/>
              </a:solidFill>
              <a:latin typeface="Sorts Mill Goudy"/>
              <a:ea typeface="Sorts Mill Goudy"/>
              <a:cs typeface="Sorts Mill Goudy"/>
              <a:sym typeface="Sorts Mill Goudy"/>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‘tag’ and ‘push’ image to your docker hub account.</a:t>
            </a:r>
            <a:endParaRPr sz="2900"/>
          </a:p>
        </p:txBody>
      </p:sp>
      <p:sp>
        <p:nvSpPr>
          <p:cNvPr id="446" name="Google Shape;446;p3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447" name="Google Shape;447;p30"/>
          <p:cNvSpPr txBox="1"/>
          <p:nvPr/>
        </p:nvSpPr>
        <p:spPr>
          <a:xfrm>
            <a:off x="690513" y="1140164"/>
            <a:ext cx="11206114" cy="54784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ancestor9@DESKTOP-LMLFU0S:~/mydockerbuild$ </a:t>
            </a:r>
            <a:r>
              <a:rPr lang="en-US" sz="1400" b="1">
                <a:solidFill>
                  <a:srgbClr val="FFFF00"/>
                </a:solidFill>
                <a:latin typeface="Sorts Mill Goudy"/>
                <a:ea typeface="Sorts Mill Goudy"/>
                <a:cs typeface="Sorts Mill Goudy"/>
                <a:sym typeface="Sorts Mill Goudy"/>
              </a:rPr>
              <a:t>docker login</a:t>
            </a:r>
            <a:endParaRPr sz="1400" b="1">
              <a:solidFill>
                <a:srgbClr val="FFFF0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Log in with your Docker ID or email address to push and pull images from Docker Hub. If you don't have a Docker ID, head over to https://hub.docker.com/ to create one.</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You can log in with your password or a Personal Access Token (PAT). Using a limited-scope PAT grants better security and is required for organizations using SSO. Learn more at https://docs.docker.com/go/access-tokens/</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Username: ancestor9</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Password:</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WARNING! Your password will be stored unencrypted in /home/ancestor9/.docker/config.json.</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Configure a credential helper to remove this warning. See</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https://docs.docker.com/engine/reference/commandline/login/#credentials-store</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Login Succeeded</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ancestor9@DESKTOP-LMLFU0S:~/mydockerbuild$ </a:t>
            </a:r>
            <a:r>
              <a:rPr lang="en-US" sz="1400" b="1">
                <a:solidFill>
                  <a:srgbClr val="FFFF00"/>
                </a:solidFill>
                <a:latin typeface="Sorts Mill Goudy"/>
                <a:ea typeface="Sorts Mill Goudy"/>
                <a:cs typeface="Sorts Mill Goudy"/>
                <a:sym typeface="Sorts Mill Goudy"/>
              </a:rPr>
              <a:t>docker push ancestor9/docker-whale</a:t>
            </a:r>
            <a:endParaRPr sz="1400" b="1">
              <a:solidFill>
                <a:srgbClr val="FFFF0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Using default tag: latest</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The push refers to repository [docker.io/ancestor9/docker-whale]</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33544e2ded03: Pushed</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5f70bf18a086: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d061ee1340ec: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d511ed9e12e1: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091abc5148e4: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b26122d57afa: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37ee47034d9b: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528c8710fd95: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1154ba695078: Mounted from docker/whalesay</a:t>
            </a:r>
            <a:endParaRPr sz="14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latest: digest: sha256:cd3ef3c2e313b1b49844fc09ded897458145d1e00d73f4f3aee7db587903b4c3 size: 2614</a:t>
            </a:r>
            <a:endParaRPr/>
          </a:p>
          <a:p>
            <a:pPr marL="0" marR="0" lvl="0" indent="0" algn="l" rtl="0">
              <a:spcBef>
                <a:spcPts val="0"/>
              </a:spcBef>
              <a:spcAft>
                <a:spcPts val="0"/>
              </a:spcAft>
              <a:buNone/>
            </a:pPr>
            <a:endParaRPr sz="1400">
              <a:solidFill>
                <a:srgbClr val="00B0F0"/>
              </a:solidFill>
              <a:latin typeface="Sorts Mill Goudy"/>
              <a:ea typeface="Sorts Mill Goudy"/>
              <a:cs typeface="Sorts Mill Goudy"/>
              <a:sym typeface="Sorts Mill Goudy"/>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‘tag’ and ‘push’ image to your docker hub account.</a:t>
            </a:r>
            <a:endParaRPr sz="2900"/>
          </a:p>
        </p:txBody>
      </p:sp>
      <p:sp>
        <p:nvSpPr>
          <p:cNvPr id="455" name="Google Shape;455;p3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456" name="Google Shape;456;p31"/>
          <p:cNvSpPr txBox="1"/>
          <p:nvPr/>
        </p:nvSpPr>
        <p:spPr>
          <a:xfrm>
            <a:off x="690513" y="1140164"/>
            <a:ext cx="11206114" cy="40318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ancestor9@DESKTOP-LMLFU0S:~/mydockerbuild$ </a:t>
            </a:r>
            <a:r>
              <a:rPr lang="en-US" sz="1600" b="1">
                <a:solidFill>
                  <a:srgbClr val="FFFF00"/>
                </a:solidFill>
                <a:latin typeface="Sorts Mill Goudy"/>
                <a:ea typeface="Sorts Mill Goudy"/>
                <a:cs typeface="Sorts Mill Goudy"/>
                <a:sym typeface="Sorts Mill Goudy"/>
              </a:rPr>
              <a:t>docker images</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REPOSITORY               TAG       IMAGE ID       CREATED          SIZE</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ancestor9/docker-whale   lates     b2c4b9c8f746   45 minutes ago   278MB</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docker-whale             latest    b2c4b9c8f746   45 minutes ago   278MB</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hello-world              latest    d2c94e258dcb   8 months ago     13.3kB</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docker/whalesay          latest    6b362a9f73eb   8 years ago      247MB</a:t>
            </a:r>
            <a:endParaRPr/>
          </a:p>
          <a:p>
            <a:pPr marL="0" marR="0" lvl="0" indent="0" algn="l" rtl="0">
              <a:spcBef>
                <a:spcPts val="0"/>
              </a:spcBef>
              <a:spcAft>
                <a:spcPts val="0"/>
              </a:spcAft>
              <a:buNone/>
            </a:pPr>
            <a:endParaRPr sz="16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ancestor9@DESKTOP-LMLFU0S:~/mydockerbuild$ </a:t>
            </a:r>
            <a:r>
              <a:rPr lang="en-US" sz="1600" b="1">
                <a:solidFill>
                  <a:srgbClr val="FFFF00"/>
                </a:solidFill>
                <a:latin typeface="Sorts Mill Goudy"/>
                <a:ea typeface="Sorts Mill Goudy"/>
                <a:cs typeface="Sorts Mill Goudy"/>
                <a:sym typeface="Sorts Mill Goudy"/>
              </a:rPr>
              <a:t>docker rmi -f b2c4b9c8f746</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Untagged: ancestor9/docker-whale:lates</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Untagged: docker-whale:latest</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Deleted: sha256:b2c4b9c8f74607e6de72765229717bd132d1fe8c2338fd0498d90890ca103625</a:t>
            </a:r>
            <a:endParaRPr/>
          </a:p>
          <a:p>
            <a:pPr marL="0" marR="0" lvl="0" indent="0" algn="l" rtl="0">
              <a:spcBef>
                <a:spcPts val="0"/>
              </a:spcBef>
              <a:spcAft>
                <a:spcPts val="0"/>
              </a:spcAft>
              <a:buNone/>
            </a:pPr>
            <a:endParaRPr sz="16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ancestor9@DESKTOP-LMLFU0S:~/mydockerbuild$ </a:t>
            </a:r>
            <a:r>
              <a:rPr lang="en-US" sz="1600" b="1">
                <a:solidFill>
                  <a:srgbClr val="FFFF00"/>
                </a:solidFill>
                <a:latin typeface="Sorts Mill Goudy"/>
                <a:ea typeface="Sorts Mill Goudy"/>
                <a:cs typeface="Sorts Mill Goudy"/>
                <a:sym typeface="Sorts Mill Goudy"/>
              </a:rPr>
              <a:t>docker images</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REPOSITORY        TAG       IMAGE ID       CREATED        SIZE</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hello-world       latest    d2c94e258dcb   8 months ago   13.3kB</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docker/whalesay   latest    6b362a9f73eb   8 years ago    247MB</a:t>
            </a:r>
            <a:endParaRPr/>
          </a:p>
        </p:txBody>
      </p:sp>
      <p:pic>
        <p:nvPicPr>
          <p:cNvPr id="457" name="Google Shape;457;p31"/>
          <p:cNvPicPr preferRelativeResize="0"/>
          <p:nvPr/>
        </p:nvPicPr>
        <p:blipFill rotWithShape="1">
          <a:blip r:embed="rId3">
            <a:alphaModFix/>
          </a:blip>
          <a:srcRect/>
          <a:stretch/>
        </p:blipFill>
        <p:spPr>
          <a:xfrm>
            <a:off x="6441623" y="4343287"/>
            <a:ext cx="5637237" cy="151538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hub</a:t>
            </a:r>
            <a:endParaRPr/>
          </a:p>
        </p:txBody>
      </p:sp>
      <p:sp>
        <p:nvSpPr>
          <p:cNvPr id="463" name="Google Shape;463;p3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464" name="Google Shape;464;p32"/>
          <p:cNvSpPr/>
          <p:nvPr/>
        </p:nvSpPr>
        <p:spPr>
          <a:xfrm>
            <a:off x="2646629" y="1595553"/>
            <a:ext cx="2079812" cy="627694"/>
          </a:xfrm>
          <a:prstGeom prst="rect">
            <a:avLst/>
          </a:prstGeom>
          <a:solidFill>
            <a:srgbClr val="00B05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app store</a:t>
            </a:r>
            <a:endParaRPr sz="2000" b="1">
              <a:solidFill>
                <a:schemeClr val="dk1"/>
              </a:solidFill>
              <a:latin typeface="Arial"/>
              <a:ea typeface="Arial"/>
              <a:cs typeface="Arial"/>
              <a:sym typeface="Arial"/>
            </a:endParaRPr>
          </a:p>
        </p:txBody>
      </p:sp>
      <p:sp>
        <p:nvSpPr>
          <p:cNvPr id="465" name="Google Shape;465;p32"/>
          <p:cNvSpPr/>
          <p:nvPr/>
        </p:nvSpPr>
        <p:spPr>
          <a:xfrm>
            <a:off x="2646629" y="3245875"/>
            <a:ext cx="2079812" cy="627694"/>
          </a:xfrm>
          <a:prstGeom prst="rect">
            <a:avLst/>
          </a:prstGeom>
          <a:solidFill>
            <a:srgbClr val="00B05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program</a:t>
            </a:r>
            <a:endParaRPr sz="2000" b="1">
              <a:solidFill>
                <a:schemeClr val="dk1"/>
              </a:solidFill>
              <a:latin typeface="Arial"/>
              <a:ea typeface="Arial"/>
              <a:cs typeface="Arial"/>
              <a:sym typeface="Arial"/>
            </a:endParaRPr>
          </a:p>
        </p:txBody>
      </p:sp>
      <p:sp>
        <p:nvSpPr>
          <p:cNvPr id="466" name="Google Shape;466;p32"/>
          <p:cNvSpPr/>
          <p:nvPr/>
        </p:nvSpPr>
        <p:spPr>
          <a:xfrm>
            <a:off x="2646629" y="4896197"/>
            <a:ext cx="2079812" cy="627694"/>
          </a:xfrm>
          <a:prstGeom prst="rect">
            <a:avLst/>
          </a:prstGeom>
          <a:solidFill>
            <a:srgbClr val="00B05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process</a:t>
            </a:r>
            <a:endParaRPr sz="2000" b="1">
              <a:solidFill>
                <a:schemeClr val="dk1"/>
              </a:solidFill>
              <a:latin typeface="Arial"/>
              <a:ea typeface="Arial"/>
              <a:cs typeface="Arial"/>
              <a:sym typeface="Arial"/>
            </a:endParaRPr>
          </a:p>
        </p:txBody>
      </p:sp>
      <p:cxnSp>
        <p:nvCxnSpPr>
          <p:cNvPr id="467" name="Google Shape;467;p32"/>
          <p:cNvCxnSpPr>
            <a:stCxn id="464" idx="2"/>
            <a:endCxn id="465" idx="0"/>
          </p:cNvCxnSpPr>
          <p:nvPr/>
        </p:nvCxnSpPr>
        <p:spPr>
          <a:xfrm>
            <a:off x="3686535" y="2223247"/>
            <a:ext cx="0" cy="1022700"/>
          </a:xfrm>
          <a:prstGeom prst="straightConnector1">
            <a:avLst/>
          </a:prstGeom>
          <a:noFill/>
          <a:ln w="9525" cap="rnd" cmpd="sng">
            <a:solidFill>
              <a:schemeClr val="lt1"/>
            </a:solidFill>
            <a:prstDash val="solid"/>
            <a:round/>
            <a:headEnd type="none" w="sm" len="sm"/>
            <a:tailEnd type="triangle" w="med" len="med"/>
          </a:ln>
        </p:spPr>
      </p:cxnSp>
      <p:cxnSp>
        <p:nvCxnSpPr>
          <p:cNvPr id="468" name="Google Shape;468;p32"/>
          <p:cNvCxnSpPr>
            <a:stCxn id="465" idx="2"/>
          </p:cNvCxnSpPr>
          <p:nvPr/>
        </p:nvCxnSpPr>
        <p:spPr>
          <a:xfrm>
            <a:off x="3686535" y="3873569"/>
            <a:ext cx="0" cy="940500"/>
          </a:xfrm>
          <a:prstGeom prst="straightConnector1">
            <a:avLst/>
          </a:prstGeom>
          <a:noFill/>
          <a:ln w="9525" cap="rnd" cmpd="sng">
            <a:solidFill>
              <a:schemeClr val="lt1"/>
            </a:solidFill>
            <a:prstDash val="solid"/>
            <a:round/>
            <a:headEnd type="none" w="sm" len="sm"/>
            <a:tailEnd type="triangle" w="med" len="med"/>
          </a:ln>
        </p:spPr>
      </p:cxnSp>
      <p:sp>
        <p:nvSpPr>
          <p:cNvPr id="469" name="Google Shape;469;p32"/>
          <p:cNvSpPr/>
          <p:nvPr/>
        </p:nvSpPr>
        <p:spPr>
          <a:xfrm>
            <a:off x="7833113" y="1595553"/>
            <a:ext cx="2079812" cy="627694"/>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docker hub</a:t>
            </a:r>
            <a:endParaRPr sz="2000" b="1">
              <a:solidFill>
                <a:schemeClr val="dk1"/>
              </a:solidFill>
              <a:latin typeface="Arial"/>
              <a:ea typeface="Arial"/>
              <a:cs typeface="Arial"/>
              <a:sym typeface="Arial"/>
            </a:endParaRPr>
          </a:p>
        </p:txBody>
      </p:sp>
      <p:sp>
        <p:nvSpPr>
          <p:cNvPr id="470" name="Google Shape;470;p32"/>
          <p:cNvSpPr/>
          <p:nvPr/>
        </p:nvSpPr>
        <p:spPr>
          <a:xfrm>
            <a:off x="7833113" y="3245875"/>
            <a:ext cx="2079812" cy="627694"/>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image</a:t>
            </a:r>
            <a:endParaRPr sz="2000" b="1">
              <a:solidFill>
                <a:schemeClr val="dk1"/>
              </a:solidFill>
              <a:latin typeface="Arial"/>
              <a:ea typeface="Arial"/>
              <a:cs typeface="Arial"/>
              <a:sym typeface="Arial"/>
            </a:endParaRPr>
          </a:p>
        </p:txBody>
      </p:sp>
      <p:sp>
        <p:nvSpPr>
          <p:cNvPr id="471" name="Google Shape;471;p32"/>
          <p:cNvSpPr/>
          <p:nvPr/>
        </p:nvSpPr>
        <p:spPr>
          <a:xfrm>
            <a:off x="7833113" y="4896197"/>
            <a:ext cx="2079812" cy="627694"/>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container</a:t>
            </a:r>
            <a:endParaRPr sz="2000" b="1">
              <a:solidFill>
                <a:schemeClr val="dk1"/>
              </a:solidFill>
              <a:latin typeface="Arial"/>
              <a:ea typeface="Arial"/>
              <a:cs typeface="Arial"/>
              <a:sym typeface="Arial"/>
            </a:endParaRPr>
          </a:p>
        </p:txBody>
      </p:sp>
      <p:cxnSp>
        <p:nvCxnSpPr>
          <p:cNvPr id="472" name="Google Shape;472;p32"/>
          <p:cNvCxnSpPr>
            <a:stCxn id="469" idx="2"/>
            <a:endCxn id="470" idx="0"/>
          </p:cNvCxnSpPr>
          <p:nvPr/>
        </p:nvCxnSpPr>
        <p:spPr>
          <a:xfrm>
            <a:off x="8873019" y="2223247"/>
            <a:ext cx="0" cy="1022700"/>
          </a:xfrm>
          <a:prstGeom prst="straightConnector1">
            <a:avLst/>
          </a:prstGeom>
          <a:noFill/>
          <a:ln w="9525" cap="rnd" cmpd="sng">
            <a:solidFill>
              <a:schemeClr val="lt1"/>
            </a:solidFill>
            <a:prstDash val="solid"/>
            <a:round/>
            <a:headEnd type="none" w="sm" len="sm"/>
            <a:tailEnd type="triangle" w="med" len="med"/>
          </a:ln>
        </p:spPr>
      </p:cxnSp>
      <p:cxnSp>
        <p:nvCxnSpPr>
          <p:cNvPr id="473" name="Google Shape;473;p32"/>
          <p:cNvCxnSpPr>
            <a:stCxn id="470" idx="2"/>
          </p:cNvCxnSpPr>
          <p:nvPr/>
        </p:nvCxnSpPr>
        <p:spPr>
          <a:xfrm>
            <a:off x="8873019" y="3873569"/>
            <a:ext cx="0" cy="940500"/>
          </a:xfrm>
          <a:prstGeom prst="straightConnector1">
            <a:avLst/>
          </a:prstGeom>
          <a:noFill/>
          <a:ln w="9525" cap="rnd" cmpd="sng">
            <a:solidFill>
              <a:schemeClr val="lt1"/>
            </a:solidFill>
            <a:prstDash val="solid"/>
            <a:round/>
            <a:headEnd type="none" w="sm" len="sm"/>
            <a:tailEnd type="triangle" w="med" len="med"/>
          </a:ln>
        </p:spPr>
      </p:cxnSp>
      <p:sp>
        <p:nvSpPr>
          <p:cNvPr id="474" name="Google Shape;474;p32"/>
          <p:cNvSpPr txBox="1"/>
          <p:nvPr/>
        </p:nvSpPr>
        <p:spPr>
          <a:xfrm>
            <a:off x="9702118" y="2549895"/>
            <a:ext cx="11886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Pull</a:t>
            </a:r>
            <a:endParaRPr sz="1800">
              <a:solidFill>
                <a:schemeClr val="lt1"/>
              </a:solidFill>
              <a:latin typeface="Sorts Mill Goudy"/>
              <a:ea typeface="Sorts Mill Goudy"/>
              <a:cs typeface="Sorts Mill Goudy"/>
              <a:sym typeface="Sorts Mill Goudy"/>
            </a:endParaRPr>
          </a:p>
        </p:txBody>
      </p:sp>
      <p:sp>
        <p:nvSpPr>
          <p:cNvPr id="475" name="Google Shape;475;p32"/>
          <p:cNvSpPr txBox="1"/>
          <p:nvPr/>
        </p:nvSpPr>
        <p:spPr>
          <a:xfrm>
            <a:off x="9702117" y="4159142"/>
            <a:ext cx="11886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Run</a:t>
            </a:r>
            <a:endParaRPr sz="1800">
              <a:solidFill>
                <a:schemeClr val="lt1"/>
              </a:solidFill>
              <a:latin typeface="Sorts Mill Goudy"/>
              <a:ea typeface="Sorts Mill Goudy"/>
              <a:cs typeface="Sorts Mill Goudy"/>
              <a:sym typeface="Sorts Mill Goudy"/>
            </a:endParaRPr>
          </a:p>
        </p:txBody>
      </p:sp>
      <p:pic>
        <p:nvPicPr>
          <p:cNvPr id="476" name="Google Shape;476;p32" descr="스마트폰"/>
          <p:cNvPicPr preferRelativeResize="0"/>
          <p:nvPr/>
        </p:nvPicPr>
        <p:blipFill rotWithShape="1">
          <a:blip r:embed="rId3">
            <a:alphaModFix/>
          </a:blip>
          <a:srcRect/>
          <a:stretch/>
        </p:blipFill>
        <p:spPr>
          <a:xfrm>
            <a:off x="1193421" y="5012969"/>
            <a:ext cx="914400" cy="914400"/>
          </a:xfrm>
          <a:prstGeom prst="rect">
            <a:avLst/>
          </a:prstGeom>
          <a:noFill/>
          <a:ln>
            <a:noFill/>
          </a:ln>
        </p:spPr>
      </p:pic>
      <p:pic>
        <p:nvPicPr>
          <p:cNvPr id="477" name="Google Shape;477;p32"/>
          <p:cNvPicPr preferRelativeResize="0"/>
          <p:nvPr/>
        </p:nvPicPr>
        <p:blipFill rotWithShape="1">
          <a:blip r:embed="rId4">
            <a:alphaModFix/>
          </a:blip>
          <a:srcRect/>
          <a:stretch/>
        </p:blipFill>
        <p:spPr>
          <a:xfrm>
            <a:off x="10076142" y="4896197"/>
            <a:ext cx="1359832" cy="103117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hub</a:t>
            </a:r>
            <a:endParaRPr/>
          </a:p>
        </p:txBody>
      </p:sp>
      <p:sp>
        <p:nvSpPr>
          <p:cNvPr id="483" name="Google Shape;483;p3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484" name="Google Shape;484;p33"/>
          <p:cNvSpPr/>
          <p:nvPr/>
        </p:nvSpPr>
        <p:spPr>
          <a:xfrm>
            <a:off x="7833113" y="1595553"/>
            <a:ext cx="2079812" cy="627694"/>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docker hub</a:t>
            </a:r>
            <a:endParaRPr sz="2000" b="1">
              <a:solidFill>
                <a:schemeClr val="dk1"/>
              </a:solidFill>
              <a:latin typeface="Arial"/>
              <a:ea typeface="Arial"/>
              <a:cs typeface="Arial"/>
              <a:sym typeface="Arial"/>
            </a:endParaRPr>
          </a:p>
        </p:txBody>
      </p:sp>
      <p:sp>
        <p:nvSpPr>
          <p:cNvPr id="485" name="Google Shape;485;p33"/>
          <p:cNvSpPr/>
          <p:nvPr/>
        </p:nvSpPr>
        <p:spPr>
          <a:xfrm>
            <a:off x="7833113" y="3245875"/>
            <a:ext cx="2079812" cy="627694"/>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image</a:t>
            </a:r>
            <a:endParaRPr sz="2000" b="1">
              <a:solidFill>
                <a:schemeClr val="dk1"/>
              </a:solidFill>
              <a:latin typeface="Arial"/>
              <a:ea typeface="Arial"/>
              <a:cs typeface="Arial"/>
              <a:sym typeface="Arial"/>
            </a:endParaRPr>
          </a:p>
        </p:txBody>
      </p:sp>
      <p:sp>
        <p:nvSpPr>
          <p:cNvPr id="486" name="Google Shape;486;p33"/>
          <p:cNvSpPr/>
          <p:nvPr/>
        </p:nvSpPr>
        <p:spPr>
          <a:xfrm>
            <a:off x="7833113" y="4896197"/>
            <a:ext cx="2079812" cy="627694"/>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Arial"/>
                <a:ea typeface="Arial"/>
                <a:cs typeface="Arial"/>
                <a:sym typeface="Arial"/>
              </a:rPr>
              <a:t>container</a:t>
            </a:r>
            <a:endParaRPr sz="2000" b="1">
              <a:solidFill>
                <a:schemeClr val="dk1"/>
              </a:solidFill>
              <a:latin typeface="Arial"/>
              <a:ea typeface="Arial"/>
              <a:cs typeface="Arial"/>
              <a:sym typeface="Arial"/>
            </a:endParaRPr>
          </a:p>
        </p:txBody>
      </p:sp>
      <p:cxnSp>
        <p:nvCxnSpPr>
          <p:cNvPr id="487" name="Google Shape;487;p33"/>
          <p:cNvCxnSpPr>
            <a:stCxn id="484" idx="2"/>
            <a:endCxn id="485" idx="0"/>
          </p:cNvCxnSpPr>
          <p:nvPr/>
        </p:nvCxnSpPr>
        <p:spPr>
          <a:xfrm>
            <a:off x="8873019" y="2223247"/>
            <a:ext cx="0" cy="1022700"/>
          </a:xfrm>
          <a:prstGeom prst="straightConnector1">
            <a:avLst/>
          </a:prstGeom>
          <a:noFill/>
          <a:ln w="9525" cap="rnd" cmpd="sng">
            <a:solidFill>
              <a:schemeClr val="lt1"/>
            </a:solidFill>
            <a:prstDash val="solid"/>
            <a:round/>
            <a:headEnd type="none" w="sm" len="sm"/>
            <a:tailEnd type="triangle" w="med" len="med"/>
          </a:ln>
        </p:spPr>
      </p:cxnSp>
      <p:cxnSp>
        <p:nvCxnSpPr>
          <p:cNvPr id="488" name="Google Shape;488;p33"/>
          <p:cNvCxnSpPr>
            <a:stCxn id="485" idx="2"/>
          </p:cNvCxnSpPr>
          <p:nvPr/>
        </p:nvCxnSpPr>
        <p:spPr>
          <a:xfrm>
            <a:off x="8873019" y="3873569"/>
            <a:ext cx="0" cy="940500"/>
          </a:xfrm>
          <a:prstGeom prst="straightConnector1">
            <a:avLst/>
          </a:prstGeom>
          <a:noFill/>
          <a:ln w="9525" cap="rnd" cmpd="sng">
            <a:solidFill>
              <a:schemeClr val="lt1"/>
            </a:solidFill>
            <a:prstDash val="solid"/>
            <a:round/>
            <a:headEnd type="none" w="sm" len="sm"/>
            <a:tailEnd type="triangle" w="med" len="med"/>
          </a:ln>
        </p:spPr>
      </p:cxnSp>
      <p:sp>
        <p:nvSpPr>
          <p:cNvPr id="489" name="Google Shape;489;p33"/>
          <p:cNvSpPr txBox="1"/>
          <p:nvPr/>
        </p:nvSpPr>
        <p:spPr>
          <a:xfrm>
            <a:off x="9702118" y="2549895"/>
            <a:ext cx="11886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Pull</a:t>
            </a:r>
            <a:endParaRPr sz="1800">
              <a:solidFill>
                <a:schemeClr val="lt1"/>
              </a:solidFill>
              <a:latin typeface="Sorts Mill Goudy"/>
              <a:ea typeface="Sorts Mill Goudy"/>
              <a:cs typeface="Sorts Mill Goudy"/>
              <a:sym typeface="Sorts Mill Goudy"/>
            </a:endParaRPr>
          </a:p>
        </p:txBody>
      </p:sp>
      <p:sp>
        <p:nvSpPr>
          <p:cNvPr id="490" name="Google Shape;490;p33"/>
          <p:cNvSpPr txBox="1"/>
          <p:nvPr/>
        </p:nvSpPr>
        <p:spPr>
          <a:xfrm>
            <a:off x="9702117" y="4159142"/>
            <a:ext cx="11886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Run</a:t>
            </a:r>
            <a:endParaRPr sz="1800">
              <a:solidFill>
                <a:schemeClr val="lt1"/>
              </a:solidFill>
              <a:latin typeface="Sorts Mill Goudy"/>
              <a:ea typeface="Sorts Mill Goudy"/>
              <a:cs typeface="Sorts Mill Goudy"/>
              <a:sym typeface="Sorts Mill Goudy"/>
            </a:endParaRPr>
          </a:p>
        </p:txBody>
      </p:sp>
      <p:pic>
        <p:nvPicPr>
          <p:cNvPr id="491" name="Google Shape;491;p33"/>
          <p:cNvPicPr preferRelativeResize="0"/>
          <p:nvPr/>
        </p:nvPicPr>
        <p:blipFill rotWithShape="1">
          <a:blip r:embed="rId3">
            <a:alphaModFix/>
          </a:blip>
          <a:srcRect/>
          <a:stretch/>
        </p:blipFill>
        <p:spPr>
          <a:xfrm>
            <a:off x="10076142" y="4896197"/>
            <a:ext cx="1359832" cy="1031172"/>
          </a:xfrm>
          <a:prstGeom prst="rect">
            <a:avLst/>
          </a:prstGeom>
          <a:noFill/>
          <a:ln>
            <a:noFill/>
          </a:ln>
        </p:spPr>
      </p:pic>
      <p:sp>
        <p:nvSpPr>
          <p:cNvPr id="492" name="Google Shape;492;p33"/>
          <p:cNvSpPr txBox="1"/>
          <p:nvPr/>
        </p:nvSpPr>
        <p:spPr>
          <a:xfrm>
            <a:off x="6749862" y="3887349"/>
            <a:ext cx="127951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b="1" u="sng">
              <a:solidFill>
                <a:srgbClr val="FFFF00"/>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US" sz="2000" b="1" u="sng">
                <a:solidFill>
                  <a:srgbClr val="FFFF00"/>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docler run</a:t>
            </a:r>
            <a:endParaRPr sz="2000" b="1">
              <a:solidFill>
                <a:srgbClr val="FFFF00"/>
              </a:solidFill>
              <a:latin typeface="Sorts Mill Goudy"/>
              <a:ea typeface="Sorts Mill Goudy"/>
              <a:cs typeface="Sorts Mill Goudy"/>
              <a:sym typeface="Sorts Mill Goudy"/>
            </a:endParaRPr>
          </a:p>
        </p:txBody>
      </p:sp>
      <p:sp>
        <p:nvSpPr>
          <p:cNvPr id="493" name="Google Shape;493;p33"/>
          <p:cNvSpPr txBox="1"/>
          <p:nvPr/>
        </p:nvSpPr>
        <p:spPr>
          <a:xfrm>
            <a:off x="6749862" y="2544803"/>
            <a:ext cx="136588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rgbClr val="FFFF00"/>
                </a:solidFill>
                <a:latin typeface="Sorts Mill Goudy"/>
                <a:ea typeface="Sorts Mill Goudy"/>
                <a:cs typeface="Sorts Mill Goudy"/>
                <a:sym typeface="Sorts Mill Goudy"/>
                <a:hlinkClick r:id="rId5">
                  <a:extLst>
                    <a:ext uri="{A12FA001-AC4F-418D-AE19-62706E023703}">
                      <ahyp:hlinkClr xmlns:ahyp="http://schemas.microsoft.com/office/drawing/2018/hyperlinkcolor" val="tx"/>
                    </a:ext>
                  </a:extLst>
                </a:hlinkClick>
              </a:rPr>
              <a:t>docker pull</a:t>
            </a:r>
            <a:endParaRPr sz="2000" b="1">
              <a:solidFill>
                <a:srgbClr val="FFFF00"/>
              </a:solidFill>
              <a:latin typeface="Sorts Mill Goudy"/>
              <a:ea typeface="Sorts Mill Goudy"/>
              <a:cs typeface="Sorts Mill Goudy"/>
              <a:sym typeface="Sorts Mill Goudy"/>
            </a:endParaRPr>
          </a:p>
        </p:txBody>
      </p:sp>
      <p:pic>
        <p:nvPicPr>
          <p:cNvPr id="494" name="Google Shape;494;p33"/>
          <p:cNvPicPr preferRelativeResize="0"/>
          <p:nvPr/>
        </p:nvPicPr>
        <p:blipFill rotWithShape="1">
          <a:blip r:embed="rId6">
            <a:alphaModFix/>
          </a:blip>
          <a:srcRect/>
          <a:stretch/>
        </p:blipFill>
        <p:spPr>
          <a:xfrm>
            <a:off x="411666" y="1193306"/>
            <a:ext cx="5105930" cy="3428210"/>
          </a:xfrm>
          <a:prstGeom prst="rect">
            <a:avLst/>
          </a:prstGeom>
          <a:noFill/>
          <a:ln>
            <a:noFill/>
          </a:ln>
        </p:spPr>
      </p:pic>
      <p:sp>
        <p:nvSpPr>
          <p:cNvPr id="495" name="Google Shape;495;p33"/>
          <p:cNvSpPr txBox="1"/>
          <p:nvPr/>
        </p:nvSpPr>
        <p:spPr>
          <a:xfrm>
            <a:off x="1010649" y="6144237"/>
            <a:ext cx="536775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chemeClr val="lt1"/>
                </a:solidFill>
                <a:latin typeface="Sorts Mill Goudy"/>
                <a:ea typeface="Sorts Mill Goudy"/>
                <a:cs typeface="Sorts Mill Goudy"/>
                <a:sym typeface="Sorts Mill Goudy"/>
                <a:hlinkClick r:id="rId7">
                  <a:extLst>
                    <a:ext uri="{A12FA001-AC4F-418D-AE19-62706E023703}">
                      <ahyp:hlinkClr xmlns:ahyp="http://schemas.microsoft.com/office/drawing/2018/hyperlinkcolor" val="tx"/>
                    </a:ext>
                  </a:extLst>
                </a:hlinkClick>
              </a:rPr>
              <a:t>https://docs.docker.com/engine/reference/commandline/image_ls/</a:t>
            </a:r>
            <a:r>
              <a:rPr lang="en-US" sz="1400">
                <a:solidFill>
                  <a:schemeClr val="lt1"/>
                </a:solidFill>
                <a:latin typeface="Sorts Mill Goudy"/>
                <a:ea typeface="Sorts Mill Goudy"/>
                <a:cs typeface="Sorts Mill Goudy"/>
                <a:sym typeface="Sorts Mill Goudy"/>
              </a:rPr>
              <a:t> </a:t>
            </a:r>
            <a:endParaRPr/>
          </a:p>
        </p:txBody>
      </p:sp>
      <p:pic>
        <p:nvPicPr>
          <p:cNvPr id="496" name="Google Shape;496;p33"/>
          <p:cNvPicPr preferRelativeResize="0"/>
          <p:nvPr/>
        </p:nvPicPr>
        <p:blipFill rotWithShape="1">
          <a:blip r:embed="rId8">
            <a:alphaModFix/>
          </a:blip>
          <a:srcRect/>
          <a:stretch/>
        </p:blipFill>
        <p:spPr>
          <a:xfrm>
            <a:off x="2739647" y="3144173"/>
            <a:ext cx="3490262" cy="284250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pull from my repository and run</a:t>
            </a:r>
            <a:endParaRPr/>
          </a:p>
        </p:txBody>
      </p:sp>
      <p:sp>
        <p:nvSpPr>
          <p:cNvPr id="502" name="Google Shape;502;p3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
        <p:nvSpPr>
          <p:cNvPr id="503" name="Google Shape;503;p34"/>
          <p:cNvSpPr txBox="1"/>
          <p:nvPr/>
        </p:nvSpPr>
        <p:spPr>
          <a:xfrm>
            <a:off x="690513" y="1140164"/>
            <a:ext cx="11206114"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ancestor9@DESKTOP-LMLFU0S:~/mydockerbuild$ </a:t>
            </a:r>
            <a:r>
              <a:rPr lang="en-US" sz="1400" b="1">
                <a:solidFill>
                  <a:srgbClr val="FFFF00"/>
                </a:solidFill>
                <a:latin typeface="Sorts Mill Goudy"/>
                <a:ea typeface="Sorts Mill Goudy"/>
                <a:cs typeface="Sorts Mill Goudy"/>
                <a:sym typeface="Sorts Mill Goudy"/>
              </a:rPr>
              <a:t>docker run ancestor9/docker-whale:latest</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Unable to find image 'ancestor9/docker-whale:latest' locally</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latest: Pulling from ancestor9/docker-whale</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e190868d63f8: Already exists</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b8ee27aeda96: Already exists</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Digest: sha256:cd3ef3c2e313b1b49844fc09ded897458145d1e00d73f4f3aee7db587903b4c3</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Status: Downloaded newer image for ancestor9/docker-whale:latest</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_________________________________________</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Payeen to a Twang Derrida Ore-Ida       \</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potato.                                 |</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If you dared, I'd ask you to go dig up  |</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your ides under brown- tubered skies.   |</a:t>
            </a:r>
            <a:endParaRPr/>
          </a:p>
          <a:p>
            <a:pPr marL="0" marR="0" lvl="0" indent="0" algn="l" rtl="0">
              <a:spcBef>
                <a:spcPts val="0"/>
              </a:spcBef>
              <a:spcAft>
                <a:spcPts val="0"/>
              </a:spcAft>
              <a:buNone/>
            </a:pPr>
            <a:r>
              <a:rPr lang="en-US" sz="1200">
                <a:solidFill>
                  <a:srgbClr val="00B0F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where pitchforked you will ask Derrida?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 ## ##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 ## ## ##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/""""""""""""""""___/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 {~~ ~~~~ ~~~ ~~~~ ~~ ~ /  ===- ~~~</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\______ o          __/</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    \        __/</a:t>
            </a:r>
            <a:endParaRPr/>
          </a:p>
          <a:p>
            <a:pPr marL="0" marR="0" lvl="0" indent="0" algn="l" rtl="0">
              <a:spcBef>
                <a:spcPts val="0"/>
              </a:spcBef>
              <a:spcAft>
                <a:spcPts val="0"/>
              </a:spcAft>
              <a:buNone/>
            </a:pPr>
            <a:r>
              <a:rPr lang="en-US" sz="1400">
                <a:solidFill>
                  <a:srgbClr val="00B0F0"/>
                </a:solidFill>
                <a:latin typeface="Sorts Mill Goudy"/>
                <a:ea typeface="Sorts Mill Goudy"/>
                <a:cs typeface="Sorts Mill Goudy"/>
                <a:sym typeface="Sorts Mill Goudy"/>
              </a:rPr>
              <a:t>          \____\______/</a:t>
            </a:r>
            <a:endParaRPr/>
          </a:p>
        </p:txBody>
      </p:sp>
      <p:sp>
        <p:nvSpPr>
          <p:cNvPr id="504" name="Google Shape;504;p34"/>
          <p:cNvSpPr txBox="1"/>
          <p:nvPr/>
        </p:nvSpPr>
        <p:spPr>
          <a:xfrm>
            <a:off x="8032597" y="1750012"/>
            <a:ext cx="3043897" cy="160043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1">
                <a:solidFill>
                  <a:srgbClr val="242424"/>
                </a:solidFill>
                <a:latin typeface="Arial"/>
                <a:ea typeface="Arial"/>
                <a:cs typeface="Arial"/>
                <a:sym typeface="Arial"/>
              </a:rPr>
              <a:t>When you use ‘docker run’ it automatically downloads (pulls) images that don’t yet exist locally, creates a container, and starts it. Use the following command to pull and run the ‘docker-whale’ image, substituting your Docker Hub username.</a:t>
            </a:r>
            <a:endParaRPr sz="1400">
              <a:solidFill>
                <a:schemeClr val="lt1"/>
              </a:solidFill>
              <a:latin typeface="Sorts Mill Goudy"/>
              <a:ea typeface="Sorts Mill Goudy"/>
              <a:cs typeface="Sorts Mill Goudy"/>
              <a:sym typeface="Sorts Mill Goudy"/>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512" name="Google Shape;512;p35"/>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a:t>Introduction of Docker</a:t>
            </a:r>
            <a:endParaRPr/>
          </a:p>
          <a:p>
            <a:pPr marL="342900" lvl="0" indent="-306022" algn="l" rtl="0">
              <a:lnSpc>
                <a:spcPct val="200000"/>
              </a:lnSpc>
              <a:spcBef>
                <a:spcPts val="956"/>
              </a:spcBef>
              <a:spcAft>
                <a:spcPts val="0"/>
              </a:spcAft>
              <a:buSzPct val="70000"/>
              <a:buChar char="◈"/>
            </a:pPr>
            <a:r>
              <a:rPr lang="en-US"/>
              <a:t>Understanding Docker</a:t>
            </a:r>
            <a:endParaRPr/>
          </a:p>
          <a:p>
            <a:pPr marL="342900" lvl="0" indent="-306022" algn="l" rtl="0">
              <a:lnSpc>
                <a:spcPct val="200000"/>
              </a:lnSpc>
              <a:spcBef>
                <a:spcPts val="956"/>
              </a:spcBef>
              <a:spcAft>
                <a:spcPts val="0"/>
              </a:spcAft>
              <a:buSzPct val="70000"/>
              <a:buChar char="◈"/>
            </a:pPr>
            <a:r>
              <a:rPr lang="en-US"/>
              <a:t>Docker 실습하기</a:t>
            </a:r>
            <a:endParaRPr/>
          </a:p>
          <a:p>
            <a:pPr marL="342900" lvl="0" indent="-306022" algn="l" rtl="0">
              <a:lnSpc>
                <a:spcPct val="200000"/>
              </a:lnSpc>
              <a:spcBef>
                <a:spcPts val="956"/>
              </a:spcBef>
              <a:spcAft>
                <a:spcPts val="0"/>
              </a:spcAft>
              <a:buSzPct val="70000"/>
              <a:buChar char="◈"/>
            </a:pPr>
            <a:r>
              <a:rPr lang="en-US" b="1" u="sng">
                <a:solidFill>
                  <a:srgbClr val="FFFF00"/>
                </a:solidFill>
              </a:rPr>
              <a:t>Docker 용어 및 개념 분류</a:t>
            </a:r>
            <a:endParaRPr/>
          </a:p>
          <a:p>
            <a:pPr marL="342900" lvl="0" indent="-306022" algn="l" rtl="0">
              <a:lnSpc>
                <a:spcPct val="200000"/>
              </a:lnSpc>
              <a:spcBef>
                <a:spcPts val="956"/>
              </a:spcBef>
              <a:spcAft>
                <a:spcPts val="0"/>
              </a:spcAft>
              <a:buSzPct val="70000"/>
              <a:buChar char="◈"/>
            </a:pPr>
            <a:r>
              <a:rPr lang="en-US"/>
              <a:t>Docker Mechanism</a:t>
            </a:r>
            <a:endParaRPr/>
          </a:p>
          <a:p>
            <a:pPr marL="342900" lvl="0" indent="-306022" algn="l" rtl="0">
              <a:lnSpc>
                <a:spcPct val="200000"/>
              </a:lnSpc>
              <a:spcBef>
                <a:spcPts val="956"/>
              </a:spcBef>
              <a:spcAft>
                <a:spcPts val="0"/>
              </a:spcAft>
              <a:buSzPct val="70000"/>
              <a:buChar char="◈"/>
            </a:pPr>
            <a:r>
              <a:rPr lang="en-US"/>
              <a:t>Docker와 가상머신(VM)</a:t>
            </a:r>
            <a:endParaRPr/>
          </a:p>
          <a:p>
            <a:pPr marL="342900" lvl="0" indent="-306022" algn="l" rtl="0">
              <a:lnSpc>
                <a:spcPct val="200000"/>
              </a:lnSpc>
              <a:spcBef>
                <a:spcPts val="956"/>
              </a:spcBef>
              <a:spcAft>
                <a:spcPts val="0"/>
              </a:spcAft>
              <a:buSzPct val="70000"/>
              <a:buChar char="◈"/>
            </a:pPr>
            <a:r>
              <a:rPr lang="en-US"/>
              <a:t>2학기 개발환경 구성도</a:t>
            </a:r>
            <a:endParaRPr/>
          </a:p>
        </p:txBody>
      </p:sp>
      <p:sp>
        <p:nvSpPr>
          <p:cNvPr id="513" name="Google Shape;513;p3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3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Ubuntu-Window docker</a:t>
            </a:r>
            <a:endParaRPr/>
          </a:p>
        </p:txBody>
      </p:sp>
      <p:sp>
        <p:nvSpPr>
          <p:cNvPr id="519" name="Google Shape;519;p3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
        <p:nvSpPr>
          <p:cNvPr id="520" name="Google Shape;520;p36"/>
          <p:cNvSpPr txBox="1"/>
          <p:nvPr/>
        </p:nvSpPr>
        <p:spPr>
          <a:xfrm>
            <a:off x="374807" y="905522"/>
            <a:ext cx="11431738"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lt1"/>
                </a:solidFill>
                <a:latin typeface="Sorts Mill Goudy"/>
                <a:ea typeface="Sorts Mill Goudy"/>
                <a:cs typeface="Sorts Mill Goudy"/>
                <a:sym typeface="Sorts Mill Goudy"/>
              </a:rPr>
              <a:t>PS C:\demo&gt; docker ps -a</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CONTAINER ID   IMAGE     COMMAND       CREATED              STATUS         PORTS     NAMES</a:t>
            </a:r>
            <a:endParaRPr/>
          </a:p>
          <a:p>
            <a:pPr marL="0" marR="0" lvl="0" indent="0" algn="l" rtl="0">
              <a:spcBef>
                <a:spcPts val="0"/>
              </a:spcBef>
              <a:spcAft>
                <a:spcPts val="0"/>
              </a:spcAft>
              <a:buNone/>
            </a:pPr>
            <a:r>
              <a:rPr lang="en-US" sz="1600">
                <a:solidFill>
                  <a:srgbClr val="00B0F0"/>
                </a:solidFill>
                <a:latin typeface="Sorts Mill Goudy"/>
                <a:ea typeface="Sorts Mill Goudy"/>
                <a:cs typeface="Sorts Mill Goudy"/>
                <a:sym typeface="Sorts Mill Goudy"/>
              </a:rPr>
              <a:t>f74bd5d917e2   ubuntu    "/bin/bash"   About a minute ago   Up 8 seconds             myubuntu</a:t>
            </a:r>
            <a:endParaRPr sz="1600">
              <a:solidFill>
                <a:srgbClr val="00B0F0"/>
              </a:solidFill>
              <a:latin typeface="Sorts Mill Goudy"/>
              <a:ea typeface="Sorts Mill Goudy"/>
              <a:cs typeface="Sorts Mill Goudy"/>
              <a:sym typeface="Sorts Mill Goudy"/>
            </a:endParaRPr>
          </a:p>
          <a:p>
            <a:pPr marL="0" marR="0" lvl="0" indent="0" algn="l" rtl="0">
              <a:spcBef>
                <a:spcPts val="0"/>
              </a:spcBef>
              <a:spcAft>
                <a:spcPts val="0"/>
              </a:spcAft>
              <a:buNone/>
            </a:pPr>
            <a:endParaRPr sz="1600" b="1">
              <a:solidFill>
                <a:schemeClr val="lt1"/>
              </a:solidFill>
              <a:latin typeface="Arial"/>
              <a:ea typeface="Arial"/>
              <a:cs typeface="Arial"/>
              <a:sym typeface="Arial"/>
            </a:endParaRPr>
          </a:p>
        </p:txBody>
      </p:sp>
      <p:sp>
        <p:nvSpPr>
          <p:cNvPr id="521" name="Google Shape;521;p36"/>
          <p:cNvSpPr txBox="1"/>
          <p:nvPr/>
        </p:nvSpPr>
        <p:spPr>
          <a:xfrm>
            <a:off x="678732" y="1956484"/>
            <a:ext cx="574896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f74bd5d917e2969f56d21f53bfc47615b31b91c2c02a63892f586bc35c577251</a:t>
            </a:r>
            <a:endParaRPr/>
          </a:p>
        </p:txBody>
      </p:sp>
      <p:pic>
        <p:nvPicPr>
          <p:cNvPr id="522" name="Google Shape;522;p36"/>
          <p:cNvPicPr preferRelativeResize="0"/>
          <p:nvPr/>
        </p:nvPicPr>
        <p:blipFill rotWithShape="1">
          <a:blip r:embed="rId3">
            <a:alphaModFix/>
          </a:blip>
          <a:srcRect/>
          <a:stretch/>
        </p:blipFill>
        <p:spPr>
          <a:xfrm>
            <a:off x="1360452" y="4526273"/>
            <a:ext cx="5524443" cy="1585554"/>
          </a:xfrm>
          <a:prstGeom prst="rect">
            <a:avLst/>
          </a:prstGeom>
          <a:noFill/>
          <a:ln>
            <a:noFill/>
          </a:ln>
        </p:spPr>
      </p:pic>
      <p:pic>
        <p:nvPicPr>
          <p:cNvPr id="523" name="Google Shape;523;p36"/>
          <p:cNvPicPr preferRelativeResize="0"/>
          <p:nvPr/>
        </p:nvPicPr>
        <p:blipFill rotWithShape="1">
          <a:blip r:embed="rId4">
            <a:alphaModFix/>
          </a:blip>
          <a:srcRect/>
          <a:stretch/>
        </p:blipFill>
        <p:spPr>
          <a:xfrm>
            <a:off x="1326777" y="2494349"/>
            <a:ext cx="4948518" cy="1280341"/>
          </a:xfrm>
          <a:prstGeom prst="rect">
            <a:avLst/>
          </a:prstGeom>
          <a:noFill/>
          <a:ln>
            <a:noFill/>
          </a:ln>
        </p:spPr>
      </p:pic>
      <p:pic>
        <p:nvPicPr>
          <p:cNvPr id="524" name="Google Shape;524;p36" descr="Docker 설치(Window 11)"/>
          <p:cNvPicPr preferRelativeResize="0"/>
          <p:nvPr/>
        </p:nvPicPr>
        <p:blipFill rotWithShape="1">
          <a:blip r:embed="rId5">
            <a:alphaModFix/>
          </a:blip>
          <a:srcRect/>
          <a:stretch/>
        </p:blipFill>
        <p:spPr>
          <a:xfrm>
            <a:off x="9267573" y="3936604"/>
            <a:ext cx="1976100" cy="1149364"/>
          </a:xfrm>
          <a:prstGeom prst="rect">
            <a:avLst/>
          </a:prstGeom>
          <a:noFill/>
          <a:ln>
            <a:noFill/>
          </a:ln>
        </p:spPr>
      </p:pic>
      <p:pic>
        <p:nvPicPr>
          <p:cNvPr id="525" name="Google Shape;525;p36"/>
          <p:cNvPicPr preferRelativeResize="0"/>
          <p:nvPr/>
        </p:nvPicPr>
        <p:blipFill rotWithShape="1">
          <a:blip r:embed="rId4">
            <a:alphaModFix/>
          </a:blip>
          <a:srcRect/>
          <a:stretch/>
        </p:blipFill>
        <p:spPr>
          <a:xfrm>
            <a:off x="1479177" y="2646749"/>
            <a:ext cx="4948518" cy="1280341"/>
          </a:xfrm>
          <a:prstGeom prst="rect">
            <a:avLst/>
          </a:prstGeom>
          <a:noFill/>
          <a:ln>
            <a:noFill/>
          </a:ln>
        </p:spPr>
      </p:pic>
      <p:pic>
        <p:nvPicPr>
          <p:cNvPr id="526" name="Google Shape;526;p36"/>
          <p:cNvPicPr preferRelativeResize="0"/>
          <p:nvPr/>
        </p:nvPicPr>
        <p:blipFill rotWithShape="1">
          <a:blip r:embed="rId4">
            <a:alphaModFix/>
          </a:blip>
          <a:srcRect/>
          <a:stretch/>
        </p:blipFill>
        <p:spPr>
          <a:xfrm>
            <a:off x="1631577" y="2799149"/>
            <a:ext cx="4948518" cy="1280341"/>
          </a:xfrm>
          <a:prstGeom prst="rect">
            <a:avLst/>
          </a:prstGeom>
          <a:noFill/>
          <a:ln>
            <a:noFill/>
          </a:ln>
        </p:spPr>
      </p:pic>
      <p:pic>
        <p:nvPicPr>
          <p:cNvPr id="527" name="Google Shape;527;p36"/>
          <p:cNvPicPr preferRelativeResize="0"/>
          <p:nvPr/>
        </p:nvPicPr>
        <p:blipFill rotWithShape="1">
          <a:blip r:embed="rId4">
            <a:alphaModFix/>
          </a:blip>
          <a:srcRect/>
          <a:stretch/>
        </p:blipFill>
        <p:spPr>
          <a:xfrm>
            <a:off x="1783977" y="2951549"/>
            <a:ext cx="4948518" cy="1280341"/>
          </a:xfrm>
          <a:prstGeom prst="rect">
            <a:avLst/>
          </a:prstGeom>
          <a:noFill/>
          <a:ln>
            <a:noFill/>
          </a:ln>
        </p:spPr>
      </p:pic>
      <p:pic>
        <p:nvPicPr>
          <p:cNvPr id="528" name="Google Shape;528;p36"/>
          <p:cNvPicPr preferRelativeResize="0"/>
          <p:nvPr/>
        </p:nvPicPr>
        <p:blipFill rotWithShape="1">
          <a:blip r:embed="rId4">
            <a:alphaModFix/>
          </a:blip>
          <a:srcRect/>
          <a:stretch/>
        </p:blipFill>
        <p:spPr>
          <a:xfrm>
            <a:off x="1936377" y="3103949"/>
            <a:ext cx="4948518" cy="1280341"/>
          </a:xfrm>
          <a:prstGeom prst="rect">
            <a:avLst/>
          </a:prstGeom>
          <a:noFill/>
          <a:ln>
            <a:noFill/>
          </a:ln>
        </p:spPr>
      </p:pic>
      <p:sp>
        <p:nvSpPr>
          <p:cNvPr id="529" name="Google Shape;529;p36"/>
          <p:cNvSpPr txBox="1"/>
          <p:nvPr/>
        </p:nvSpPr>
        <p:spPr>
          <a:xfrm>
            <a:off x="7098711" y="5457283"/>
            <a:ext cx="2672817" cy="400110"/>
          </a:xfrm>
          <a:prstGeom prst="rect">
            <a:avLst/>
          </a:prstGeom>
          <a:blipFill rotWithShape="1">
            <a:blip r:embed="rId6">
              <a:alphaModFix/>
            </a:blip>
            <a:stretch>
              <a:fillRect l="-2277" t="-9088" b="-2423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Sorts Mill Goudy"/>
                <a:ea typeface="Sorts Mill Goudy"/>
                <a:cs typeface="Sorts Mill Goudy"/>
                <a:sym typeface="Sorts Mill Goudy"/>
              </a:rPr>
              <a:t> </a:t>
            </a:r>
            <a:endParaRPr/>
          </a:p>
        </p:txBody>
      </p:sp>
      <p:sp>
        <p:nvSpPr>
          <p:cNvPr id="530" name="Google Shape;530;p36"/>
          <p:cNvSpPr txBox="1"/>
          <p:nvPr/>
        </p:nvSpPr>
        <p:spPr>
          <a:xfrm>
            <a:off x="7098711" y="3063889"/>
            <a:ext cx="4244746" cy="400110"/>
          </a:xfrm>
          <a:prstGeom prst="rect">
            <a:avLst/>
          </a:prstGeom>
          <a:blipFill rotWithShape="1">
            <a:blip r:embed="rId7">
              <a:alphaModFix/>
            </a:blip>
            <a:stretch>
              <a:fillRect l="-1434" t="-10768" b="-2615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Sorts Mill Goudy"/>
                <a:ea typeface="Sorts Mill Goudy"/>
                <a:cs typeface="Sorts Mill Goudy"/>
                <a:sym typeface="Sorts Mill Goudy"/>
              </a:rPr>
              <a:t> </a:t>
            </a:r>
            <a:endParaRPr/>
          </a:p>
        </p:txBody>
      </p:sp>
      <p:cxnSp>
        <p:nvCxnSpPr>
          <p:cNvPr id="531" name="Google Shape;531;p36"/>
          <p:cNvCxnSpPr/>
          <p:nvPr/>
        </p:nvCxnSpPr>
        <p:spPr>
          <a:xfrm rot="5400000">
            <a:off x="901175" y="1645581"/>
            <a:ext cx="438900" cy="286800"/>
          </a:xfrm>
          <a:prstGeom prst="curvedConnector3">
            <a:avLst>
              <a:gd name="adj1" fmla="val 50000"/>
            </a:avLst>
          </a:prstGeom>
          <a:noFill/>
          <a:ln w="9525" cap="rnd" cmpd="sng">
            <a:solidFill>
              <a:srgbClr val="C27C0D"/>
            </a:solidFill>
            <a:prstDash val="solid"/>
            <a:round/>
            <a:headEnd type="none" w="sm" len="sm"/>
            <a:tailEnd type="triangle" w="med" len="med"/>
          </a:ln>
        </p:spPr>
      </p:cxnSp>
      <p:cxnSp>
        <p:nvCxnSpPr>
          <p:cNvPr id="532" name="Google Shape;532;p36"/>
          <p:cNvCxnSpPr>
            <a:stCxn id="521" idx="1"/>
            <a:endCxn id="533" idx="0"/>
          </p:cNvCxnSpPr>
          <p:nvPr/>
        </p:nvCxnSpPr>
        <p:spPr>
          <a:xfrm>
            <a:off x="678732" y="2110373"/>
            <a:ext cx="2042100" cy="2012400"/>
          </a:xfrm>
          <a:prstGeom prst="curvedConnector4">
            <a:avLst>
              <a:gd name="adj1" fmla="val -11195"/>
              <a:gd name="adj2" fmla="val 53824"/>
            </a:avLst>
          </a:prstGeom>
          <a:noFill/>
          <a:ln w="9525" cap="rnd" cmpd="sng">
            <a:solidFill>
              <a:srgbClr val="C27C0D"/>
            </a:solidFill>
            <a:prstDash val="solid"/>
            <a:round/>
            <a:headEnd type="none" w="sm" len="sm"/>
            <a:tailEnd type="triangle" w="med" len="med"/>
          </a:ln>
        </p:spPr>
      </p:cxnSp>
      <p:sp>
        <p:nvSpPr>
          <p:cNvPr id="533" name="Google Shape;533;p36"/>
          <p:cNvSpPr/>
          <p:nvPr/>
        </p:nvSpPr>
        <p:spPr>
          <a:xfrm>
            <a:off x="2277034" y="4122816"/>
            <a:ext cx="887507" cy="303263"/>
          </a:xfrm>
          <a:prstGeom prst="rect">
            <a:avLst/>
          </a:prstGeom>
          <a:noFill/>
          <a:ln w="15875" cap="rnd"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용어 및 개념분류</a:t>
            </a:r>
            <a:endParaRPr/>
          </a:p>
        </p:txBody>
      </p:sp>
      <p:sp>
        <p:nvSpPr>
          <p:cNvPr id="539" name="Google Shape;539;p3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pic>
        <p:nvPicPr>
          <p:cNvPr id="540" name="Google Shape;540;p37" descr="Docker의 기본 분류를 보여 주는 다이어그램"/>
          <p:cNvPicPr preferRelativeResize="0"/>
          <p:nvPr/>
        </p:nvPicPr>
        <p:blipFill rotWithShape="1">
          <a:blip r:embed="rId3">
            <a:alphaModFix/>
          </a:blip>
          <a:srcRect/>
          <a:stretch/>
        </p:blipFill>
        <p:spPr>
          <a:xfrm>
            <a:off x="1925776" y="1149678"/>
            <a:ext cx="8588235" cy="4914063"/>
          </a:xfrm>
          <a:prstGeom prst="rect">
            <a:avLst/>
          </a:prstGeom>
          <a:noFill/>
          <a:ln>
            <a:noFill/>
          </a:ln>
        </p:spPr>
      </p:pic>
      <p:sp>
        <p:nvSpPr>
          <p:cNvPr id="541" name="Google Shape;541;p37"/>
          <p:cNvSpPr txBox="1"/>
          <p:nvPr/>
        </p:nvSpPr>
        <p:spPr>
          <a:xfrm>
            <a:off x="1925776" y="6063741"/>
            <a:ext cx="6096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https://learn.microsoft.com/ko-kr/dotnet/architecture/microservices/container-docker-introduction/docker-containers-images-registries</a:t>
            </a:r>
            <a:r>
              <a:rPr lang="en-US" sz="1200">
                <a:solidFill>
                  <a:schemeClr val="lt1"/>
                </a:solidFill>
                <a:latin typeface="Sorts Mill Goudy"/>
                <a:ea typeface="Sorts Mill Goudy"/>
                <a:cs typeface="Sorts Mill Goudy"/>
                <a:sym typeface="Sorts Mill Goudy"/>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3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549" name="Google Shape;549;p38"/>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a:t>Introduction of Docker</a:t>
            </a:r>
            <a:endParaRPr/>
          </a:p>
          <a:p>
            <a:pPr marL="342900" lvl="0" indent="-306022" algn="l" rtl="0">
              <a:lnSpc>
                <a:spcPct val="200000"/>
              </a:lnSpc>
              <a:spcBef>
                <a:spcPts val="956"/>
              </a:spcBef>
              <a:spcAft>
                <a:spcPts val="0"/>
              </a:spcAft>
              <a:buSzPct val="70000"/>
              <a:buChar char="◈"/>
            </a:pPr>
            <a:r>
              <a:rPr lang="en-US"/>
              <a:t>Understanding Docker</a:t>
            </a:r>
            <a:endParaRPr/>
          </a:p>
          <a:p>
            <a:pPr marL="342900" lvl="0" indent="-306022" algn="l" rtl="0">
              <a:lnSpc>
                <a:spcPct val="200000"/>
              </a:lnSpc>
              <a:spcBef>
                <a:spcPts val="956"/>
              </a:spcBef>
              <a:spcAft>
                <a:spcPts val="0"/>
              </a:spcAft>
              <a:buSzPct val="70000"/>
              <a:buChar char="◈"/>
            </a:pPr>
            <a:r>
              <a:rPr lang="en-US"/>
              <a:t>Docker 실습하기</a:t>
            </a:r>
            <a:endParaRPr/>
          </a:p>
          <a:p>
            <a:pPr marL="342900" lvl="0" indent="-306022" algn="l" rtl="0">
              <a:lnSpc>
                <a:spcPct val="200000"/>
              </a:lnSpc>
              <a:spcBef>
                <a:spcPts val="956"/>
              </a:spcBef>
              <a:spcAft>
                <a:spcPts val="0"/>
              </a:spcAft>
              <a:buSzPct val="70000"/>
              <a:buChar char="◈"/>
            </a:pPr>
            <a:r>
              <a:rPr lang="en-US"/>
              <a:t>Docker 용어 및 개념 분류</a:t>
            </a:r>
            <a:endParaRPr/>
          </a:p>
          <a:p>
            <a:pPr marL="342900" lvl="0" indent="-306022" algn="l" rtl="0">
              <a:lnSpc>
                <a:spcPct val="200000"/>
              </a:lnSpc>
              <a:spcBef>
                <a:spcPts val="956"/>
              </a:spcBef>
              <a:spcAft>
                <a:spcPts val="0"/>
              </a:spcAft>
              <a:buSzPct val="70000"/>
              <a:buChar char="◈"/>
            </a:pPr>
            <a:r>
              <a:rPr lang="en-US" b="1" u="sng">
                <a:solidFill>
                  <a:srgbClr val="FFFF00"/>
                </a:solidFill>
              </a:rPr>
              <a:t>Docker Mechanism</a:t>
            </a:r>
            <a:endParaRPr/>
          </a:p>
          <a:p>
            <a:pPr marL="342900" lvl="0" indent="-306022" algn="l" rtl="0">
              <a:lnSpc>
                <a:spcPct val="200000"/>
              </a:lnSpc>
              <a:spcBef>
                <a:spcPts val="956"/>
              </a:spcBef>
              <a:spcAft>
                <a:spcPts val="0"/>
              </a:spcAft>
              <a:buSzPct val="70000"/>
              <a:buChar char="◈"/>
            </a:pPr>
            <a:r>
              <a:rPr lang="en-US"/>
              <a:t>Docker와 가상머신(VM)</a:t>
            </a:r>
            <a:endParaRPr/>
          </a:p>
          <a:p>
            <a:pPr marL="342900" lvl="0" indent="-306022" algn="l" rtl="0">
              <a:lnSpc>
                <a:spcPct val="200000"/>
              </a:lnSpc>
              <a:spcBef>
                <a:spcPts val="956"/>
              </a:spcBef>
              <a:spcAft>
                <a:spcPts val="0"/>
              </a:spcAft>
              <a:buSzPct val="70000"/>
              <a:buChar char="◈"/>
            </a:pPr>
            <a:r>
              <a:rPr lang="en-US"/>
              <a:t>2학기 개발환경 구성도</a:t>
            </a:r>
            <a:endParaRPr/>
          </a:p>
        </p:txBody>
      </p:sp>
      <p:sp>
        <p:nvSpPr>
          <p:cNvPr id="550" name="Google Shape;550;p3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3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Computer Mechanism</a:t>
            </a:r>
            <a:endParaRPr/>
          </a:p>
        </p:txBody>
      </p:sp>
      <p:sp>
        <p:nvSpPr>
          <p:cNvPr id="556" name="Google Shape;556;p3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cxnSp>
        <p:nvCxnSpPr>
          <p:cNvPr id="557" name="Google Shape;557;p39"/>
          <p:cNvCxnSpPr/>
          <p:nvPr/>
        </p:nvCxnSpPr>
        <p:spPr>
          <a:xfrm>
            <a:off x="1855698" y="3182472"/>
            <a:ext cx="8453717" cy="0"/>
          </a:xfrm>
          <a:prstGeom prst="straightConnector1">
            <a:avLst/>
          </a:prstGeom>
          <a:noFill/>
          <a:ln w="19050" cap="flat" cmpd="sng">
            <a:solidFill>
              <a:schemeClr val="lt1"/>
            </a:solidFill>
            <a:prstDash val="solid"/>
            <a:round/>
            <a:headEnd type="none" w="sm" len="sm"/>
            <a:tailEnd type="none" w="sm" len="sm"/>
          </a:ln>
        </p:spPr>
      </p:cxnSp>
      <p:cxnSp>
        <p:nvCxnSpPr>
          <p:cNvPr id="558" name="Google Shape;558;p39"/>
          <p:cNvCxnSpPr/>
          <p:nvPr/>
        </p:nvCxnSpPr>
        <p:spPr>
          <a:xfrm>
            <a:off x="806824" y="5163669"/>
            <a:ext cx="9502590" cy="0"/>
          </a:xfrm>
          <a:prstGeom prst="straightConnector1">
            <a:avLst/>
          </a:prstGeom>
          <a:noFill/>
          <a:ln w="19050" cap="flat" cmpd="sng">
            <a:solidFill>
              <a:schemeClr val="lt1"/>
            </a:solidFill>
            <a:prstDash val="solid"/>
            <a:round/>
            <a:headEnd type="none" w="sm" len="sm"/>
            <a:tailEnd type="none" w="sm" len="sm"/>
          </a:ln>
        </p:spPr>
      </p:cxnSp>
      <p:sp>
        <p:nvSpPr>
          <p:cNvPr id="559" name="Google Shape;559;p39"/>
          <p:cNvSpPr/>
          <p:nvPr/>
        </p:nvSpPr>
        <p:spPr>
          <a:xfrm>
            <a:off x="3003174" y="526927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560" name="Google Shape;560;p39"/>
          <p:cNvSpPr/>
          <p:nvPr/>
        </p:nvSpPr>
        <p:spPr>
          <a:xfrm>
            <a:off x="3003174" y="4482357"/>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561" name="Google Shape;561;p39"/>
          <p:cNvSpPr/>
          <p:nvPr/>
        </p:nvSpPr>
        <p:spPr>
          <a:xfrm>
            <a:off x="3003174" y="323429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562" name="Google Shape;562;p39"/>
          <p:cNvSpPr/>
          <p:nvPr/>
        </p:nvSpPr>
        <p:spPr>
          <a:xfrm>
            <a:off x="3003174" y="382246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sp>
        <p:nvSpPr>
          <p:cNvPr id="563" name="Google Shape;563;p39"/>
          <p:cNvSpPr/>
          <p:nvPr/>
        </p:nvSpPr>
        <p:spPr>
          <a:xfrm>
            <a:off x="3003174" y="1808902"/>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Process</a:t>
            </a:r>
            <a:endParaRPr sz="1800" b="1">
              <a:solidFill>
                <a:schemeClr val="dk1"/>
              </a:solidFill>
              <a:latin typeface="Sorts Mill Goudy"/>
              <a:ea typeface="Sorts Mill Goudy"/>
              <a:cs typeface="Sorts Mill Goudy"/>
              <a:sym typeface="Sorts Mill Goudy"/>
            </a:endParaRPr>
          </a:p>
        </p:txBody>
      </p:sp>
      <p:sp>
        <p:nvSpPr>
          <p:cNvPr id="564" name="Google Shape;564;p39"/>
          <p:cNvSpPr/>
          <p:nvPr/>
        </p:nvSpPr>
        <p:spPr>
          <a:xfrm>
            <a:off x="3003173" y="2724912"/>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Socket(File)</a:t>
            </a:r>
            <a:endParaRPr sz="1800" b="1">
              <a:solidFill>
                <a:schemeClr val="dk1"/>
              </a:solidFill>
              <a:latin typeface="Sorts Mill Goudy"/>
              <a:ea typeface="Sorts Mill Goudy"/>
              <a:cs typeface="Sorts Mill Goudy"/>
              <a:sym typeface="Sorts Mill Goudy"/>
            </a:endParaRPr>
          </a:p>
        </p:txBody>
      </p:sp>
      <p:sp>
        <p:nvSpPr>
          <p:cNvPr id="565" name="Google Shape;565;p39"/>
          <p:cNvSpPr txBox="1"/>
          <p:nvPr/>
        </p:nvSpPr>
        <p:spPr>
          <a:xfrm>
            <a:off x="806824" y="5269278"/>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H/W</a:t>
            </a:r>
            <a:endParaRPr sz="1800" b="1">
              <a:solidFill>
                <a:schemeClr val="lt1"/>
              </a:solidFill>
              <a:latin typeface="Sorts Mill Goudy"/>
              <a:ea typeface="Sorts Mill Goudy"/>
              <a:cs typeface="Sorts Mill Goudy"/>
              <a:sym typeface="Sorts Mill Goudy"/>
            </a:endParaRPr>
          </a:p>
        </p:txBody>
      </p:sp>
      <p:sp>
        <p:nvSpPr>
          <p:cNvPr id="566" name="Google Shape;566;p39"/>
          <p:cNvSpPr txBox="1"/>
          <p:nvPr/>
        </p:nvSpPr>
        <p:spPr>
          <a:xfrm>
            <a:off x="744073" y="3546203"/>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S/W</a:t>
            </a:r>
            <a:endParaRPr sz="1800" b="1">
              <a:solidFill>
                <a:schemeClr val="lt1"/>
              </a:solidFill>
              <a:latin typeface="Sorts Mill Goudy"/>
              <a:ea typeface="Sorts Mill Goudy"/>
              <a:cs typeface="Sorts Mill Goudy"/>
              <a:sym typeface="Sorts Mill Goudy"/>
            </a:endParaRPr>
          </a:p>
        </p:txBody>
      </p:sp>
      <p:pic>
        <p:nvPicPr>
          <p:cNvPr id="567" name="Google Shape;567;p39" descr="프로세서"/>
          <p:cNvPicPr preferRelativeResize="0"/>
          <p:nvPr/>
        </p:nvPicPr>
        <p:blipFill rotWithShape="1">
          <a:blip r:embed="rId3">
            <a:alphaModFix/>
          </a:blip>
          <a:srcRect/>
          <a:stretch/>
        </p:blipFill>
        <p:spPr>
          <a:xfrm>
            <a:off x="5495363" y="5365459"/>
            <a:ext cx="664352" cy="664352"/>
          </a:xfrm>
          <a:prstGeom prst="rect">
            <a:avLst/>
          </a:prstGeom>
          <a:noFill/>
          <a:ln>
            <a:noFill/>
          </a:ln>
        </p:spPr>
      </p:pic>
      <p:pic>
        <p:nvPicPr>
          <p:cNvPr id="568" name="Google Shape;568;p39"/>
          <p:cNvPicPr preferRelativeResize="0"/>
          <p:nvPr/>
        </p:nvPicPr>
        <p:blipFill rotWithShape="1">
          <a:blip r:embed="rId4">
            <a:alphaModFix/>
          </a:blip>
          <a:srcRect/>
          <a:stretch/>
        </p:blipFill>
        <p:spPr>
          <a:xfrm>
            <a:off x="5432009" y="1943626"/>
            <a:ext cx="1433104" cy="444336"/>
          </a:xfrm>
          <a:prstGeom prst="rect">
            <a:avLst/>
          </a:prstGeom>
          <a:noFill/>
          <a:ln>
            <a:noFill/>
          </a:ln>
        </p:spPr>
      </p:pic>
      <p:pic>
        <p:nvPicPr>
          <p:cNvPr id="569" name="Google Shape;569;p39"/>
          <p:cNvPicPr preferRelativeResize="0"/>
          <p:nvPr/>
        </p:nvPicPr>
        <p:blipFill rotWithShape="1">
          <a:blip r:embed="rId5">
            <a:alphaModFix/>
          </a:blip>
          <a:srcRect/>
          <a:stretch/>
        </p:blipFill>
        <p:spPr>
          <a:xfrm>
            <a:off x="8845771" y="1809286"/>
            <a:ext cx="755429" cy="731523"/>
          </a:xfrm>
          <a:prstGeom prst="rect">
            <a:avLst/>
          </a:prstGeom>
          <a:noFill/>
          <a:ln>
            <a:noFill/>
          </a:ln>
        </p:spPr>
      </p:pic>
      <p:pic>
        <p:nvPicPr>
          <p:cNvPr id="570" name="Google Shape;570;p39"/>
          <p:cNvPicPr preferRelativeResize="0"/>
          <p:nvPr/>
        </p:nvPicPr>
        <p:blipFill rotWithShape="1">
          <a:blip r:embed="rId6">
            <a:alphaModFix/>
          </a:blip>
          <a:srcRect/>
          <a:stretch/>
        </p:blipFill>
        <p:spPr>
          <a:xfrm>
            <a:off x="7204278" y="1925637"/>
            <a:ext cx="1253231" cy="559695"/>
          </a:xfrm>
          <a:prstGeom prst="rect">
            <a:avLst/>
          </a:prstGeom>
          <a:noFill/>
          <a:ln>
            <a:noFill/>
          </a:ln>
        </p:spPr>
      </p:pic>
      <p:sp>
        <p:nvSpPr>
          <p:cNvPr id="571" name="Google Shape;571;p39"/>
          <p:cNvSpPr txBox="1"/>
          <p:nvPr/>
        </p:nvSpPr>
        <p:spPr>
          <a:xfrm>
            <a:off x="1779451" y="2711751"/>
            <a:ext cx="8875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User</a:t>
            </a:r>
            <a:endParaRPr sz="1800" b="1">
              <a:solidFill>
                <a:schemeClr val="lt1"/>
              </a:solidFill>
              <a:latin typeface="Sorts Mill Goudy"/>
              <a:ea typeface="Sorts Mill Goudy"/>
              <a:cs typeface="Sorts Mill Goudy"/>
              <a:sym typeface="Sorts Mill Goudy"/>
            </a:endParaRPr>
          </a:p>
        </p:txBody>
      </p:sp>
      <p:sp>
        <p:nvSpPr>
          <p:cNvPr id="572" name="Google Shape;572;p39"/>
          <p:cNvSpPr txBox="1"/>
          <p:nvPr/>
        </p:nvSpPr>
        <p:spPr>
          <a:xfrm>
            <a:off x="1779451" y="3915535"/>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Kernel</a:t>
            </a:r>
            <a:endParaRPr sz="1800" b="1">
              <a:solidFill>
                <a:schemeClr val="lt1"/>
              </a:solidFill>
              <a:latin typeface="Sorts Mill Goudy"/>
              <a:ea typeface="Sorts Mill Goudy"/>
              <a:cs typeface="Sorts Mill Goudy"/>
              <a:sym typeface="Sorts Mill Goudy"/>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4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Process 식별자는 Port 번호</a:t>
            </a:r>
            <a:endParaRPr/>
          </a:p>
        </p:txBody>
      </p:sp>
      <p:sp>
        <p:nvSpPr>
          <p:cNvPr id="578" name="Google Shape;578;p4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cxnSp>
        <p:nvCxnSpPr>
          <p:cNvPr id="579" name="Google Shape;579;p40"/>
          <p:cNvCxnSpPr/>
          <p:nvPr/>
        </p:nvCxnSpPr>
        <p:spPr>
          <a:xfrm>
            <a:off x="1855698" y="3182472"/>
            <a:ext cx="9411858" cy="0"/>
          </a:xfrm>
          <a:prstGeom prst="straightConnector1">
            <a:avLst/>
          </a:prstGeom>
          <a:noFill/>
          <a:ln w="19050" cap="flat" cmpd="sng">
            <a:solidFill>
              <a:schemeClr val="lt1"/>
            </a:solidFill>
            <a:prstDash val="solid"/>
            <a:round/>
            <a:headEnd type="none" w="sm" len="sm"/>
            <a:tailEnd type="none" w="sm" len="sm"/>
          </a:ln>
        </p:spPr>
      </p:cxnSp>
      <p:cxnSp>
        <p:nvCxnSpPr>
          <p:cNvPr id="580" name="Google Shape;580;p40"/>
          <p:cNvCxnSpPr/>
          <p:nvPr/>
        </p:nvCxnSpPr>
        <p:spPr>
          <a:xfrm>
            <a:off x="1855697" y="5163669"/>
            <a:ext cx="9411859" cy="0"/>
          </a:xfrm>
          <a:prstGeom prst="straightConnector1">
            <a:avLst/>
          </a:prstGeom>
          <a:noFill/>
          <a:ln w="19050" cap="flat" cmpd="sng">
            <a:solidFill>
              <a:schemeClr val="lt1"/>
            </a:solidFill>
            <a:prstDash val="solid"/>
            <a:round/>
            <a:headEnd type="none" w="sm" len="sm"/>
            <a:tailEnd type="none" w="sm" len="sm"/>
          </a:ln>
        </p:spPr>
      </p:cxnSp>
      <p:sp>
        <p:nvSpPr>
          <p:cNvPr id="581" name="Google Shape;581;p40"/>
          <p:cNvSpPr/>
          <p:nvPr/>
        </p:nvSpPr>
        <p:spPr>
          <a:xfrm>
            <a:off x="2483220" y="526927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582" name="Google Shape;582;p40"/>
          <p:cNvSpPr/>
          <p:nvPr/>
        </p:nvSpPr>
        <p:spPr>
          <a:xfrm>
            <a:off x="2483220" y="4482357"/>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583" name="Google Shape;583;p40"/>
          <p:cNvSpPr/>
          <p:nvPr/>
        </p:nvSpPr>
        <p:spPr>
          <a:xfrm>
            <a:off x="2483220" y="323429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584" name="Google Shape;584;p40"/>
          <p:cNvSpPr/>
          <p:nvPr/>
        </p:nvSpPr>
        <p:spPr>
          <a:xfrm>
            <a:off x="2483220" y="382246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sp>
        <p:nvSpPr>
          <p:cNvPr id="585" name="Google Shape;585;p40"/>
          <p:cNvSpPr/>
          <p:nvPr/>
        </p:nvSpPr>
        <p:spPr>
          <a:xfrm>
            <a:off x="2483220" y="1737182"/>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Process</a:t>
            </a:r>
            <a:endParaRPr sz="1800" b="1">
              <a:solidFill>
                <a:schemeClr val="dk1"/>
              </a:solidFill>
              <a:latin typeface="Sorts Mill Goudy"/>
              <a:ea typeface="Sorts Mill Goudy"/>
              <a:cs typeface="Sorts Mill Goudy"/>
              <a:sym typeface="Sorts Mill Goudy"/>
            </a:endParaRPr>
          </a:p>
        </p:txBody>
      </p:sp>
      <p:sp>
        <p:nvSpPr>
          <p:cNvPr id="586" name="Google Shape;586;p40"/>
          <p:cNvSpPr/>
          <p:nvPr/>
        </p:nvSpPr>
        <p:spPr>
          <a:xfrm>
            <a:off x="2483219" y="2653192"/>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Socket(File)</a:t>
            </a:r>
            <a:endParaRPr sz="1800" b="1">
              <a:solidFill>
                <a:schemeClr val="dk1"/>
              </a:solidFill>
              <a:latin typeface="Sorts Mill Goudy"/>
              <a:ea typeface="Sorts Mill Goudy"/>
              <a:cs typeface="Sorts Mill Goudy"/>
              <a:sym typeface="Sorts Mill Goudy"/>
            </a:endParaRPr>
          </a:p>
        </p:txBody>
      </p:sp>
      <p:pic>
        <p:nvPicPr>
          <p:cNvPr id="587" name="Google Shape;587;p40" descr="프로세서"/>
          <p:cNvPicPr preferRelativeResize="0"/>
          <p:nvPr/>
        </p:nvPicPr>
        <p:blipFill rotWithShape="1">
          <a:blip r:embed="rId3">
            <a:alphaModFix/>
          </a:blip>
          <a:srcRect/>
          <a:stretch/>
        </p:blipFill>
        <p:spPr>
          <a:xfrm>
            <a:off x="4921621" y="5365459"/>
            <a:ext cx="664352" cy="664352"/>
          </a:xfrm>
          <a:prstGeom prst="rect">
            <a:avLst/>
          </a:prstGeom>
          <a:noFill/>
          <a:ln>
            <a:noFill/>
          </a:ln>
        </p:spPr>
      </p:pic>
      <p:sp>
        <p:nvSpPr>
          <p:cNvPr id="588" name="Google Shape;588;p40"/>
          <p:cNvSpPr txBox="1"/>
          <p:nvPr/>
        </p:nvSpPr>
        <p:spPr>
          <a:xfrm>
            <a:off x="5077092" y="2762896"/>
            <a:ext cx="135003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Sorts Mill Goudy"/>
                <a:ea typeface="Sorts Mill Goudy"/>
                <a:cs typeface="Sorts Mill Goudy"/>
                <a:sym typeface="Sorts Mill Goudy"/>
              </a:rPr>
              <a:t>Port 111</a:t>
            </a:r>
            <a:endParaRPr sz="1400" b="1">
              <a:solidFill>
                <a:schemeClr val="lt1"/>
              </a:solidFill>
              <a:latin typeface="Sorts Mill Goudy"/>
              <a:ea typeface="Sorts Mill Goudy"/>
              <a:cs typeface="Sorts Mill Goudy"/>
              <a:sym typeface="Sorts Mill Goudy"/>
            </a:endParaRPr>
          </a:p>
        </p:txBody>
      </p:sp>
      <p:pic>
        <p:nvPicPr>
          <p:cNvPr id="589" name="Google Shape;589;p40"/>
          <p:cNvPicPr preferRelativeResize="0"/>
          <p:nvPr/>
        </p:nvPicPr>
        <p:blipFill rotWithShape="1">
          <a:blip r:embed="rId4">
            <a:alphaModFix/>
          </a:blip>
          <a:srcRect/>
          <a:stretch/>
        </p:blipFill>
        <p:spPr>
          <a:xfrm>
            <a:off x="7935362" y="1773743"/>
            <a:ext cx="780026" cy="759294"/>
          </a:xfrm>
          <a:prstGeom prst="rect">
            <a:avLst/>
          </a:prstGeom>
          <a:noFill/>
          <a:ln>
            <a:noFill/>
          </a:ln>
        </p:spPr>
      </p:pic>
      <p:pic>
        <p:nvPicPr>
          <p:cNvPr id="590" name="Google Shape;590;p40"/>
          <p:cNvPicPr preferRelativeResize="0"/>
          <p:nvPr/>
        </p:nvPicPr>
        <p:blipFill rotWithShape="1">
          <a:blip r:embed="rId5">
            <a:alphaModFix/>
          </a:blip>
          <a:srcRect/>
          <a:stretch/>
        </p:blipFill>
        <p:spPr>
          <a:xfrm>
            <a:off x="9792737" y="1824737"/>
            <a:ext cx="739204" cy="685038"/>
          </a:xfrm>
          <a:prstGeom prst="rect">
            <a:avLst/>
          </a:prstGeom>
          <a:noFill/>
          <a:ln>
            <a:noFill/>
          </a:ln>
        </p:spPr>
      </p:pic>
      <p:pic>
        <p:nvPicPr>
          <p:cNvPr id="591" name="Google Shape;591;p40"/>
          <p:cNvPicPr preferRelativeResize="0"/>
          <p:nvPr/>
        </p:nvPicPr>
        <p:blipFill rotWithShape="1">
          <a:blip r:embed="rId6">
            <a:alphaModFix/>
          </a:blip>
          <a:srcRect/>
          <a:stretch/>
        </p:blipFill>
        <p:spPr>
          <a:xfrm>
            <a:off x="5322262" y="1888223"/>
            <a:ext cx="675000" cy="666510"/>
          </a:xfrm>
          <a:prstGeom prst="rect">
            <a:avLst/>
          </a:prstGeom>
          <a:noFill/>
          <a:ln>
            <a:noFill/>
          </a:ln>
        </p:spPr>
      </p:pic>
      <p:sp>
        <p:nvSpPr>
          <p:cNvPr id="592" name="Google Shape;592;p40"/>
          <p:cNvSpPr txBox="1"/>
          <p:nvPr/>
        </p:nvSpPr>
        <p:spPr>
          <a:xfrm>
            <a:off x="7675894" y="2762896"/>
            <a:ext cx="135003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Sorts Mill Goudy"/>
                <a:ea typeface="Sorts Mill Goudy"/>
                <a:cs typeface="Sorts Mill Goudy"/>
                <a:sym typeface="Sorts Mill Goudy"/>
              </a:rPr>
              <a:t>Port 112</a:t>
            </a:r>
            <a:endParaRPr sz="1400" b="1">
              <a:solidFill>
                <a:schemeClr val="lt1"/>
              </a:solidFill>
              <a:latin typeface="Sorts Mill Goudy"/>
              <a:ea typeface="Sorts Mill Goudy"/>
              <a:cs typeface="Sorts Mill Goudy"/>
              <a:sym typeface="Sorts Mill Goudy"/>
            </a:endParaRPr>
          </a:p>
        </p:txBody>
      </p:sp>
      <p:sp>
        <p:nvSpPr>
          <p:cNvPr id="593" name="Google Shape;593;p40"/>
          <p:cNvSpPr txBox="1"/>
          <p:nvPr/>
        </p:nvSpPr>
        <p:spPr>
          <a:xfrm>
            <a:off x="9568234" y="2762896"/>
            <a:ext cx="135003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lt1"/>
                </a:solidFill>
                <a:latin typeface="Sorts Mill Goudy"/>
                <a:ea typeface="Sorts Mill Goudy"/>
                <a:cs typeface="Sorts Mill Goudy"/>
                <a:sym typeface="Sorts Mill Goudy"/>
              </a:rPr>
              <a:t>Port 113</a:t>
            </a:r>
            <a:endParaRPr sz="1400" b="1">
              <a:solidFill>
                <a:schemeClr val="lt1"/>
              </a:solidFill>
              <a:latin typeface="Sorts Mill Goudy"/>
              <a:ea typeface="Sorts Mill Goudy"/>
              <a:cs typeface="Sorts Mill Goudy"/>
              <a:sym typeface="Sorts Mill Goudy"/>
            </a:endParaRPr>
          </a:p>
        </p:txBody>
      </p:sp>
      <p:pic>
        <p:nvPicPr>
          <p:cNvPr id="594" name="Google Shape;594;p40"/>
          <p:cNvPicPr preferRelativeResize="0"/>
          <p:nvPr/>
        </p:nvPicPr>
        <p:blipFill rotWithShape="1">
          <a:blip r:embed="rId7">
            <a:alphaModFix/>
          </a:blip>
          <a:srcRect/>
          <a:stretch/>
        </p:blipFill>
        <p:spPr>
          <a:xfrm>
            <a:off x="2483219" y="1182893"/>
            <a:ext cx="1191196" cy="369332"/>
          </a:xfrm>
          <a:prstGeom prst="rect">
            <a:avLst/>
          </a:prstGeom>
          <a:noFill/>
          <a:ln>
            <a:noFill/>
          </a:ln>
        </p:spPr>
      </p:pic>
      <p:sp>
        <p:nvSpPr>
          <p:cNvPr id="595" name="Google Shape;595;p40"/>
          <p:cNvSpPr/>
          <p:nvPr/>
        </p:nvSpPr>
        <p:spPr>
          <a:xfrm>
            <a:off x="2271714" y="3630456"/>
            <a:ext cx="2429433" cy="2535294"/>
          </a:xfrm>
          <a:prstGeom prst="bentUpArrow">
            <a:avLst>
              <a:gd name="adj1" fmla="val 6496"/>
              <a:gd name="adj2" fmla="val 7480"/>
              <a:gd name="adj3" fmla="val 18727"/>
            </a:avLst>
          </a:prstGeom>
          <a:solidFill>
            <a:srgbClr val="FFFF00"/>
          </a:solidFill>
          <a:ln w="15875" cap="rnd" cmpd="sng">
            <a:solidFill>
              <a:srgbClr val="465107">
                <a:alpha val="49803"/>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cxnSp>
        <p:nvCxnSpPr>
          <p:cNvPr id="596" name="Google Shape;596;p40"/>
          <p:cNvCxnSpPr>
            <a:stCxn id="583" idx="3"/>
            <a:endCxn id="588" idx="2"/>
          </p:cNvCxnSpPr>
          <p:nvPr/>
        </p:nvCxnSpPr>
        <p:spPr>
          <a:xfrm rot="10800000" flipH="1">
            <a:off x="4580965" y="3070595"/>
            <a:ext cx="1171200" cy="465000"/>
          </a:xfrm>
          <a:prstGeom prst="curvedConnector2">
            <a:avLst/>
          </a:prstGeom>
          <a:noFill/>
          <a:ln w="9525" cap="rnd" cmpd="sng">
            <a:solidFill>
              <a:srgbClr val="FFFF00"/>
            </a:solidFill>
            <a:prstDash val="solid"/>
            <a:round/>
            <a:headEnd type="none" w="sm" len="sm"/>
            <a:tailEnd type="triangle" w="med" len="med"/>
          </a:ln>
        </p:spPr>
      </p:cxnSp>
      <p:cxnSp>
        <p:nvCxnSpPr>
          <p:cNvPr id="597" name="Google Shape;597;p40"/>
          <p:cNvCxnSpPr>
            <a:stCxn id="583" idx="3"/>
            <a:endCxn id="592" idx="2"/>
          </p:cNvCxnSpPr>
          <p:nvPr/>
        </p:nvCxnSpPr>
        <p:spPr>
          <a:xfrm rot="10800000" flipH="1">
            <a:off x="4580965" y="3070595"/>
            <a:ext cx="3769800" cy="465000"/>
          </a:xfrm>
          <a:prstGeom prst="curvedConnector2">
            <a:avLst/>
          </a:prstGeom>
          <a:noFill/>
          <a:ln w="9525" cap="rnd" cmpd="sng">
            <a:solidFill>
              <a:srgbClr val="FFFF00"/>
            </a:solidFill>
            <a:prstDash val="solid"/>
            <a:round/>
            <a:headEnd type="none" w="sm" len="sm"/>
            <a:tailEnd type="triangle" w="med" len="med"/>
          </a:ln>
        </p:spPr>
      </p:cxnSp>
      <p:cxnSp>
        <p:nvCxnSpPr>
          <p:cNvPr id="598" name="Google Shape;598;p40"/>
          <p:cNvCxnSpPr>
            <a:stCxn id="583" idx="3"/>
            <a:endCxn id="593" idx="2"/>
          </p:cNvCxnSpPr>
          <p:nvPr/>
        </p:nvCxnSpPr>
        <p:spPr>
          <a:xfrm rot="10800000" flipH="1">
            <a:off x="4580965" y="3070595"/>
            <a:ext cx="5662200" cy="465000"/>
          </a:xfrm>
          <a:prstGeom prst="curvedConnector2">
            <a:avLst/>
          </a:prstGeom>
          <a:noFill/>
          <a:ln w="9525" cap="rnd" cmpd="sng">
            <a:solidFill>
              <a:srgbClr val="FFFF00"/>
            </a:solidFill>
            <a:prstDash val="solid"/>
            <a:round/>
            <a:headEnd type="none" w="sm" len="sm"/>
            <a:tailEnd type="triangle" w="med" len="med"/>
          </a:ln>
        </p:spPr>
      </p:cxnSp>
      <p:sp>
        <p:nvSpPr>
          <p:cNvPr id="599" name="Google Shape;599;p40"/>
          <p:cNvSpPr txBox="1"/>
          <p:nvPr/>
        </p:nvSpPr>
        <p:spPr>
          <a:xfrm>
            <a:off x="1285519" y="5898641"/>
            <a:ext cx="98619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FF00"/>
                </a:solidFill>
                <a:latin typeface="Sorts Mill Goudy"/>
                <a:ea typeface="Sorts Mill Goudy"/>
                <a:cs typeface="Sorts Mill Goudy"/>
                <a:sym typeface="Sorts Mill Goudy"/>
              </a:rPr>
              <a:t>Data</a:t>
            </a:r>
            <a:endParaRPr sz="1800" b="1">
              <a:solidFill>
                <a:srgbClr val="FFFF00"/>
              </a:solidFill>
              <a:latin typeface="Sorts Mill Goudy"/>
              <a:ea typeface="Sorts Mill Goudy"/>
              <a:cs typeface="Sorts Mill Goudy"/>
              <a:sym typeface="Sorts Mill Goudy"/>
            </a:endParaRPr>
          </a:p>
        </p:txBody>
      </p:sp>
      <p:sp>
        <p:nvSpPr>
          <p:cNvPr id="600" name="Google Shape;600;p40"/>
          <p:cNvSpPr txBox="1"/>
          <p:nvPr/>
        </p:nvSpPr>
        <p:spPr>
          <a:xfrm>
            <a:off x="6929717" y="3453136"/>
            <a:ext cx="197853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FFFF00"/>
                </a:solidFill>
                <a:latin typeface="Sorts Mill Goudy"/>
                <a:ea typeface="Sorts Mill Goudy"/>
                <a:cs typeface="Sorts Mill Goudy"/>
                <a:sym typeface="Sorts Mill Goudy"/>
              </a:rPr>
              <a:t>Port Forwarding</a:t>
            </a:r>
            <a:endParaRPr sz="1400" b="1">
              <a:solidFill>
                <a:srgbClr val="FFFF00"/>
              </a:solidFill>
              <a:latin typeface="Sorts Mill Goudy"/>
              <a:ea typeface="Sorts Mill Goudy"/>
              <a:cs typeface="Sorts Mill Goudy"/>
              <a:sym typeface="Sorts Mill Goudy"/>
            </a:endParaRPr>
          </a:p>
        </p:txBody>
      </p:sp>
      <p:sp>
        <p:nvSpPr>
          <p:cNvPr id="601" name="Google Shape;601;p40"/>
          <p:cNvSpPr txBox="1"/>
          <p:nvPr/>
        </p:nvSpPr>
        <p:spPr>
          <a:xfrm>
            <a:off x="1779451" y="2711751"/>
            <a:ext cx="8875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Port</a:t>
            </a:r>
            <a:endParaRPr sz="1800" b="1">
              <a:solidFill>
                <a:schemeClr val="lt1"/>
              </a:solidFill>
              <a:latin typeface="Sorts Mill Goudy"/>
              <a:ea typeface="Sorts Mill Goudy"/>
              <a:cs typeface="Sorts Mill Goudy"/>
              <a:sym typeface="Sorts Mill Goudy"/>
            </a:endParaRPr>
          </a:p>
        </p:txBody>
      </p:sp>
      <p:sp>
        <p:nvSpPr>
          <p:cNvPr id="602" name="Google Shape;602;p40"/>
          <p:cNvSpPr txBox="1"/>
          <p:nvPr/>
        </p:nvSpPr>
        <p:spPr>
          <a:xfrm>
            <a:off x="1779451" y="3915535"/>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Router</a:t>
            </a:r>
            <a:endParaRPr sz="1800" b="1">
              <a:solidFill>
                <a:schemeClr val="lt1"/>
              </a:solidFill>
              <a:latin typeface="Sorts Mill Goudy"/>
              <a:ea typeface="Sorts Mill Goudy"/>
              <a:cs typeface="Sorts Mill Goudy"/>
              <a:sym typeface="Sorts Mill Goud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96"/>
                                        </p:tgtEl>
                                        <p:attrNameLst>
                                          <p:attrName>style.visibility</p:attrName>
                                        </p:attrNameLst>
                                      </p:cBhvr>
                                      <p:to>
                                        <p:strVal val="visible"/>
                                      </p:to>
                                    </p:set>
                                    <p:animEffect transition="in" filter="fade">
                                      <p:cBhvr>
                                        <p:cTn id="13" dur="500"/>
                                        <p:tgtEl>
                                          <p:spTgt spid="596"/>
                                        </p:tgtEl>
                                      </p:cBhvr>
                                    </p:animEffect>
                                  </p:childTnLst>
                                </p:cTn>
                              </p:par>
                              <p:par>
                                <p:cTn id="14" presetID="10" presetClass="entr" presetSubtype="0" fill="hold" nodeType="withEffect">
                                  <p:stCondLst>
                                    <p:cond delay="0"/>
                                  </p:stCondLst>
                                  <p:childTnLst>
                                    <p:set>
                                      <p:cBhvr>
                                        <p:cTn id="15" dur="1" fill="hold">
                                          <p:stCondLst>
                                            <p:cond delay="0"/>
                                          </p:stCondLst>
                                        </p:cTn>
                                        <p:tgtEl>
                                          <p:spTgt spid="597"/>
                                        </p:tgtEl>
                                        <p:attrNameLst>
                                          <p:attrName>style.visibility</p:attrName>
                                        </p:attrNameLst>
                                      </p:cBhvr>
                                      <p:to>
                                        <p:strVal val="visible"/>
                                      </p:to>
                                    </p:set>
                                    <p:animEffect transition="in" filter="fade">
                                      <p:cBhvr>
                                        <p:cTn id="16" dur="500"/>
                                        <p:tgtEl>
                                          <p:spTgt spid="597"/>
                                        </p:tgtEl>
                                      </p:cBhvr>
                                    </p:animEffect>
                                  </p:childTnLst>
                                </p:cTn>
                              </p:par>
                              <p:par>
                                <p:cTn id="17" presetID="10" presetClass="entr" presetSubtype="0" fill="hold" nodeType="withEffect">
                                  <p:stCondLst>
                                    <p:cond delay="0"/>
                                  </p:stCondLst>
                                  <p:childTnLst>
                                    <p:set>
                                      <p:cBhvr>
                                        <p:cTn id="18" dur="1" fill="hold">
                                          <p:stCondLst>
                                            <p:cond delay="0"/>
                                          </p:stCondLst>
                                        </p:cTn>
                                        <p:tgtEl>
                                          <p:spTgt spid="598"/>
                                        </p:tgtEl>
                                        <p:attrNameLst>
                                          <p:attrName>style.visibility</p:attrName>
                                        </p:attrNameLst>
                                      </p:cBhvr>
                                      <p:to>
                                        <p:strVal val="visible"/>
                                      </p:to>
                                    </p:set>
                                    <p:animEffect transition="in" filter="fade">
                                      <p:cBhvr>
                                        <p:cTn id="19" dur="500"/>
                                        <p:tgtEl>
                                          <p:spTgt spid="59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00"/>
                                        </p:tgtEl>
                                        <p:attrNameLst>
                                          <p:attrName>style.visibility</p:attrName>
                                        </p:attrNameLst>
                                      </p:cBhvr>
                                      <p:to>
                                        <p:strVal val="visible"/>
                                      </p:to>
                                    </p:set>
                                    <p:animEffect transition="in" filter="fade">
                                      <p:cBhvr>
                                        <p:cTn id="24" dur="1000"/>
                                        <p:tgtEl>
                                          <p:spTgt spid="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41"/>
          <p:cNvSpPr/>
          <p:nvPr/>
        </p:nvSpPr>
        <p:spPr>
          <a:xfrm>
            <a:off x="7270479" y="2653192"/>
            <a:ext cx="3594745" cy="296240"/>
          </a:xfrm>
          <a:prstGeom prst="rightArrow">
            <a:avLst>
              <a:gd name="adj1" fmla="val 50000"/>
              <a:gd name="adj2" fmla="val 50000"/>
            </a:avLst>
          </a:prstGeom>
          <a:solidFill>
            <a:schemeClr val="accent1"/>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608" name="Google Shape;608;p4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Digress : network data의 단위(stream)</a:t>
            </a:r>
            <a:endParaRPr/>
          </a:p>
        </p:txBody>
      </p:sp>
      <p:sp>
        <p:nvSpPr>
          <p:cNvPr id="609" name="Google Shape;609;p4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cxnSp>
        <p:nvCxnSpPr>
          <p:cNvPr id="610" name="Google Shape;610;p41"/>
          <p:cNvCxnSpPr/>
          <p:nvPr/>
        </p:nvCxnSpPr>
        <p:spPr>
          <a:xfrm>
            <a:off x="1855698" y="3182472"/>
            <a:ext cx="9411858" cy="0"/>
          </a:xfrm>
          <a:prstGeom prst="straightConnector1">
            <a:avLst/>
          </a:prstGeom>
          <a:noFill/>
          <a:ln w="19050" cap="flat" cmpd="sng">
            <a:solidFill>
              <a:schemeClr val="lt1"/>
            </a:solidFill>
            <a:prstDash val="solid"/>
            <a:round/>
            <a:headEnd type="none" w="sm" len="sm"/>
            <a:tailEnd type="none" w="sm" len="sm"/>
          </a:ln>
        </p:spPr>
      </p:cxnSp>
      <p:cxnSp>
        <p:nvCxnSpPr>
          <p:cNvPr id="611" name="Google Shape;611;p41"/>
          <p:cNvCxnSpPr/>
          <p:nvPr/>
        </p:nvCxnSpPr>
        <p:spPr>
          <a:xfrm>
            <a:off x="1855697" y="5163669"/>
            <a:ext cx="9411859" cy="0"/>
          </a:xfrm>
          <a:prstGeom prst="straightConnector1">
            <a:avLst/>
          </a:prstGeom>
          <a:noFill/>
          <a:ln w="19050" cap="flat" cmpd="sng">
            <a:solidFill>
              <a:schemeClr val="lt1"/>
            </a:solidFill>
            <a:prstDash val="solid"/>
            <a:round/>
            <a:headEnd type="none" w="sm" len="sm"/>
            <a:tailEnd type="none" w="sm" len="sm"/>
          </a:ln>
        </p:spPr>
      </p:cxnSp>
      <p:sp>
        <p:nvSpPr>
          <p:cNvPr id="612" name="Google Shape;612;p41"/>
          <p:cNvSpPr/>
          <p:nvPr/>
        </p:nvSpPr>
        <p:spPr>
          <a:xfrm>
            <a:off x="2483220" y="526927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613" name="Google Shape;613;p41"/>
          <p:cNvSpPr/>
          <p:nvPr/>
        </p:nvSpPr>
        <p:spPr>
          <a:xfrm>
            <a:off x="2483220" y="4482357"/>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614" name="Google Shape;614;p41"/>
          <p:cNvSpPr/>
          <p:nvPr/>
        </p:nvSpPr>
        <p:spPr>
          <a:xfrm>
            <a:off x="2483220" y="323429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615" name="Google Shape;615;p41"/>
          <p:cNvSpPr/>
          <p:nvPr/>
        </p:nvSpPr>
        <p:spPr>
          <a:xfrm>
            <a:off x="2483220" y="382246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sp>
        <p:nvSpPr>
          <p:cNvPr id="616" name="Google Shape;616;p41"/>
          <p:cNvSpPr/>
          <p:nvPr/>
        </p:nvSpPr>
        <p:spPr>
          <a:xfrm>
            <a:off x="2483220" y="1737182"/>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Process</a:t>
            </a:r>
            <a:endParaRPr sz="1800" b="1">
              <a:solidFill>
                <a:schemeClr val="dk1"/>
              </a:solidFill>
              <a:latin typeface="Sorts Mill Goudy"/>
              <a:ea typeface="Sorts Mill Goudy"/>
              <a:cs typeface="Sorts Mill Goudy"/>
              <a:sym typeface="Sorts Mill Goudy"/>
            </a:endParaRPr>
          </a:p>
        </p:txBody>
      </p:sp>
      <p:sp>
        <p:nvSpPr>
          <p:cNvPr id="617" name="Google Shape;617;p41"/>
          <p:cNvSpPr/>
          <p:nvPr/>
        </p:nvSpPr>
        <p:spPr>
          <a:xfrm>
            <a:off x="2483219" y="2653192"/>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Socket(File)</a:t>
            </a:r>
            <a:endParaRPr sz="1800" b="1">
              <a:solidFill>
                <a:schemeClr val="dk1"/>
              </a:solidFill>
              <a:latin typeface="Sorts Mill Goudy"/>
              <a:ea typeface="Sorts Mill Goudy"/>
              <a:cs typeface="Sorts Mill Goudy"/>
              <a:sym typeface="Sorts Mill Goudy"/>
            </a:endParaRPr>
          </a:p>
        </p:txBody>
      </p:sp>
      <p:pic>
        <p:nvPicPr>
          <p:cNvPr id="618" name="Google Shape;618;p41" descr="프로세서"/>
          <p:cNvPicPr preferRelativeResize="0"/>
          <p:nvPr/>
        </p:nvPicPr>
        <p:blipFill rotWithShape="1">
          <a:blip r:embed="rId3">
            <a:alphaModFix/>
          </a:blip>
          <a:srcRect/>
          <a:stretch/>
        </p:blipFill>
        <p:spPr>
          <a:xfrm>
            <a:off x="1087953" y="5238403"/>
            <a:ext cx="664352" cy="664352"/>
          </a:xfrm>
          <a:prstGeom prst="rect">
            <a:avLst/>
          </a:prstGeom>
          <a:noFill/>
          <a:ln>
            <a:noFill/>
          </a:ln>
        </p:spPr>
      </p:pic>
      <p:pic>
        <p:nvPicPr>
          <p:cNvPr id="619" name="Google Shape;619;p41"/>
          <p:cNvPicPr preferRelativeResize="0"/>
          <p:nvPr/>
        </p:nvPicPr>
        <p:blipFill rotWithShape="1">
          <a:blip r:embed="rId4">
            <a:alphaModFix/>
          </a:blip>
          <a:srcRect/>
          <a:stretch/>
        </p:blipFill>
        <p:spPr>
          <a:xfrm>
            <a:off x="2483219" y="1182893"/>
            <a:ext cx="1191196" cy="369332"/>
          </a:xfrm>
          <a:prstGeom prst="rect">
            <a:avLst/>
          </a:prstGeom>
          <a:noFill/>
          <a:ln>
            <a:noFill/>
          </a:ln>
        </p:spPr>
      </p:pic>
      <p:sp>
        <p:nvSpPr>
          <p:cNvPr id="620" name="Google Shape;620;p41"/>
          <p:cNvSpPr/>
          <p:nvPr/>
        </p:nvSpPr>
        <p:spPr>
          <a:xfrm>
            <a:off x="2271714" y="2342419"/>
            <a:ext cx="2429433" cy="3823331"/>
          </a:xfrm>
          <a:prstGeom prst="bentUpArrow">
            <a:avLst>
              <a:gd name="adj1" fmla="val 6496"/>
              <a:gd name="adj2" fmla="val 7480"/>
              <a:gd name="adj3" fmla="val 18727"/>
            </a:avLst>
          </a:prstGeom>
          <a:solidFill>
            <a:srgbClr val="FFFF00"/>
          </a:solidFill>
          <a:ln w="15875" cap="rnd" cmpd="sng">
            <a:solidFill>
              <a:srgbClr val="465107">
                <a:alpha val="49803"/>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621" name="Google Shape;621;p41"/>
          <p:cNvSpPr txBox="1"/>
          <p:nvPr/>
        </p:nvSpPr>
        <p:spPr>
          <a:xfrm>
            <a:off x="1285519" y="5898641"/>
            <a:ext cx="98619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FF00"/>
                </a:solidFill>
                <a:latin typeface="Sorts Mill Goudy"/>
                <a:ea typeface="Sorts Mill Goudy"/>
                <a:cs typeface="Sorts Mill Goudy"/>
                <a:sym typeface="Sorts Mill Goudy"/>
              </a:rPr>
              <a:t>Data</a:t>
            </a:r>
            <a:endParaRPr sz="1800" b="1">
              <a:solidFill>
                <a:srgbClr val="FFFF00"/>
              </a:solidFill>
              <a:latin typeface="Sorts Mill Goudy"/>
              <a:ea typeface="Sorts Mill Goudy"/>
              <a:cs typeface="Sorts Mill Goudy"/>
              <a:sym typeface="Sorts Mill Goudy"/>
            </a:endParaRPr>
          </a:p>
        </p:txBody>
      </p:sp>
      <p:sp>
        <p:nvSpPr>
          <p:cNvPr id="622" name="Google Shape;622;p41"/>
          <p:cNvSpPr txBox="1"/>
          <p:nvPr/>
        </p:nvSpPr>
        <p:spPr>
          <a:xfrm>
            <a:off x="1259497" y="2711751"/>
            <a:ext cx="88750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Port</a:t>
            </a:r>
            <a:endParaRPr sz="1800" b="1">
              <a:solidFill>
                <a:schemeClr val="lt1"/>
              </a:solidFill>
              <a:latin typeface="Sorts Mill Goudy"/>
              <a:ea typeface="Sorts Mill Goudy"/>
              <a:cs typeface="Sorts Mill Goudy"/>
              <a:sym typeface="Sorts Mill Goudy"/>
            </a:endParaRPr>
          </a:p>
        </p:txBody>
      </p:sp>
      <p:sp>
        <p:nvSpPr>
          <p:cNvPr id="623" name="Google Shape;623;p41"/>
          <p:cNvSpPr txBox="1"/>
          <p:nvPr/>
        </p:nvSpPr>
        <p:spPr>
          <a:xfrm>
            <a:off x="1259497" y="3915535"/>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Router</a:t>
            </a:r>
            <a:endParaRPr sz="1800" b="1">
              <a:solidFill>
                <a:schemeClr val="lt1"/>
              </a:solidFill>
              <a:latin typeface="Sorts Mill Goudy"/>
              <a:ea typeface="Sorts Mill Goudy"/>
              <a:cs typeface="Sorts Mill Goudy"/>
              <a:sym typeface="Sorts Mill Goudy"/>
            </a:endParaRPr>
          </a:p>
        </p:txBody>
      </p:sp>
      <p:pic>
        <p:nvPicPr>
          <p:cNvPr id="624" name="Google Shape;624;p41"/>
          <p:cNvPicPr preferRelativeResize="0"/>
          <p:nvPr/>
        </p:nvPicPr>
        <p:blipFill rotWithShape="1">
          <a:blip r:embed="rId5">
            <a:alphaModFix/>
          </a:blip>
          <a:srcRect/>
          <a:stretch/>
        </p:blipFill>
        <p:spPr>
          <a:xfrm>
            <a:off x="6727171" y="1889261"/>
            <a:ext cx="1191197" cy="505895"/>
          </a:xfrm>
          <a:prstGeom prst="rect">
            <a:avLst/>
          </a:prstGeom>
          <a:noFill/>
          <a:ln>
            <a:noFill/>
          </a:ln>
        </p:spPr>
      </p:pic>
      <p:sp>
        <p:nvSpPr>
          <p:cNvPr id="625" name="Google Shape;625;p41"/>
          <p:cNvSpPr/>
          <p:nvPr/>
        </p:nvSpPr>
        <p:spPr>
          <a:xfrm>
            <a:off x="9540907" y="2517675"/>
            <a:ext cx="543308" cy="489557"/>
          </a:xfrm>
          <a:prstGeom prst="flowChartMultidocument">
            <a:avLst/>
          </a:prstGeom>
          <a:solidFill>
            <a:schemeClr val="accent1"/>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626" name="Google Shape;626;p41"/>
          <p:cNvSpPr/>
          <p:nvPr/>
        </p:nvSpPr>
        <p:spPr>
          <a:xfrm>
            <a:off x="6727171" y="2545636"/>
            <a:ext cx="543308" cy="489557"/>
          </a:xfrm>
          <a:prstGeom prst="flowChartMultidocument">
            <a:avLst/>
          </a:prstGeom>
          <a:solidFill>
            <a:schemeClr val="accent1"/>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627" name="Google Shape;627;p41"/>
          <p:cNvSpPr txBox="1"/>
          <p:nvPr/>
        </p:nvSpPr>
        <p:spPr>
          <a:xfrm>
            <a:off x="4881161" y="2342419"/>
            <a:ext cx="1978539"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Sorts Mill Goudy"/>
                <a:ea typeface="Sorts Mill Goudy"/>
                <a:cs typeface="Sorts Mill Goudy"/>
                <a:sym typeface="Sorts Mill Goudy"/>
              </a:rPr>
              <a:t>File I/O, Write</a:t>
            </a:r>
            <a:endParaRPr/>
          </a:p>
          <a:p>
            <a:pPr marL="0" marR="0" lvl="0" indent="0" algn="l" rtl="0">
              <a:spcBef>
                <a:spcPts val="0"/>
              </a:spcBef>
              <a:spcAft>
                <a:spcPts val="0"/>
              </a:spcAft>
              <a:buNone/>
            </a:pPr>
            <a:r>
              <a:rPr lang="en-US" sz="2400" b="1">
                <a:solidFill>
                  <a:srgbClr val="FF0000"/>
                </a:solidFill>
                <a:latin typeface="Sorts Mill Goudy"/>
                <a:ea typeface="Sorts Mill Goudy"/>
                <a:cs typeface="Sorts Mill Goudy"/>
                <a:sym typeface="Sorts Mill Goudy"/>
              </a:rPr>
              <a:t>Stream</a:t>
            </a:r>
            <a:endParaRPr sz="2400" b="1">
              <a:solidFill>
                <a:srgbClr val="FF0000"/>
              </a:solidFill>
              <a:latin typeface="Sorts Mill Goudy"/>
              <a:ea typeface="Sorts Mill Goudy"/>
              <a:cs typeface="Sorts Mill Goudy"/>
              <a:sym typeface="Sorts Mill Goudy"/>
            </a:endParaRPr>
          </a:p>
        </p:txBody>
      </p:sp>
      <p:sp>
        <p:nvSpPr>
          <p:cNvPr id="628" name="Google Shape;628;p41"/>
          <p:cNvSpPr txBox="1"/>
          <p:nvPr/>
        </p:nvSpPr>
        <p:spPr>
          <a:xfrm>
            <a:off x="4881161" y="3342343"/>
            <a:ext cx="25549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Sorts Mill Goudy"/>
                <a:ea typeface="Sorts Mill Goudy"/>
                <a:cs typeface="Sorts Mill Goudy"/>
                <a:sym typeface="Sorts Mill Goudy"/>
              </a:rPr>
              <a:t>Segment</a:t>
            </a:r>
            <a:endParaRPr/>
          </a:p>
        </p:txBody>
      </p:sp>
      <p:sp>
        <p:nvSpPr>
          <p:cNvPr id="629" name="Google Shape;629;p41"/>
          <p:cNvSpPr txBox="1"/>
          <p:nvPr/>
        </p:nvSpPr>
        <p:spPr>
          <a:xfrm>
            <a:off x="4881161" y="3869501"/>
            <a:ext cx="25549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Sorts Mill Goudy"/>
                <a:ea typeface="Sorts Mill Goudy"/>
                <a:cs typeface="Sorts Mill Goudy"/>
                <a:sym typeface="Sorts Mill Goudy"/>
              </a:rPr>
              <a:t>Packet</a:t>
            </a:r>
            <a:endParaRPr/>
          </a:p>
        </p:txBody>
      </p:sp>
      <p:sp>
        <p:nvSpPr>
          <p:cNvPr id="630" name="Google Shape;630;p41"/>
          <p:cNvSpPr txBox="1"/>
          <p:nvPr/>
        </p:nvSpPr>
        <p:spPr>
          <a:xfrm>
            <a:off x="4881161" y="5238403"/>
            <a:ext cx="255494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Sorts Mill Goudy"/>
                <a:ea typeface="Sorts Mill Goudy"/>
                <a:cs typeface="Sorts Mill Goudy"/>
                <a:sym typeface="Sorts Mill Goudy"/>
              </a:rPr>
              <a:t>Frame</a:t>
            </a:r>
            <a:endParaRPr/>
          </a:p>
        </p:txBody>
      </p:sp>
      <p:graphicFrame>
        <p:nvGraphicFramePr>
          <p:cNvPr id="631" name="Google Shape;631;p41"/>
          <p:cNvGraphicFramePr/>
          <p:nvPr/>
        </p:nvGraphicFramePr>
        <p:xfrm>
          <a:off x="6727171" y="3546805"/>
          <a:ext cx="4127750" cy="121930"/>
        </p:xfrm>
        <a:graphic>
          <a:graphicData uri="http://schemas.openxmlformats.org/drawingml/2006/table">
            <a:tbl>
              <a:tblPr firstRow="1" bandRow="1">
                <a:noFill/>
                <a:tableStyleId>{35E40AAE-40DA-4CBD-AC85-0C95CE8D0049}</a:tableStyleId>
              </a:tblPr>
              <a:tblGrid>
                <a:gridCol w="412775">
                  <a:extLst>
                    <a:ext uri="{9D8B030D-6E8A-4147-A177-3AD203B41FA5}">
                      <a16:colId xmlns:a16="http://schemas.microsoft.com/office/drawing/2014/main" val="20000"/>
                    </a:ext>
                  </a:extLst>
                </a:gridCol>
                <a:gridCol w="412775">
                  <a:extLst>
                    <a:ext uri="{9D8B030D-6E8A-4147-A177-3AD203B41FA5}">
                      <a16:colId xmlns:a16="http://schemas.microsoft.com/office/drawing/2014/main" val="20001"/>
                    </a:ext>
                  </a:extLst>
                </a:gridCol>
                <a:gridCol w="412775">
                  <a:extLst>
                    <a:ext uri="{9D8B030D-6E8A-4147-A177-3AD203B41FA5}">
                      <a16:colId xmlns:a16="http://schemas.microsoft.com/office/drawing/2014/main" val="20002"/>
                    </a:ext>
                  </a:extLst>
                </a:gridCol>
                <a:gridCol w="412775">
                  <a:extLst>
                    <a:ext uri="{9D8B030D-6E8A-4147-A177-3AD203B41FA5}">
                      <a16:colId xmlns:a16="http://schemas.microsoft.com/office/drawing/2014/main" val="20003"/>
                    </a:ext>
                  </a:extLst>
                </a:gridCol>
                <a:gridCol w="412775">
                  <a:extLst>
                    <a:ext uri="{9D8B030D-6E8A-4147-A177-3AD203B41FA5}">
                      <a16:colId xmlns:a16="http://schemas.microsoft.com/office/drawing/2014/main" val="20004"/>
                    </a:ext>
                  </a:extLst>
                </a:gridCol>
                <a:gridCol w="412775">
                  <a:extLst>
                    <a:ext uri="{9D8B030D-6E8A-4147-A177-3AD203B41FA5}">
                      <a16:colId xmlns:a16="http://schemas.microsoft.com/office/drawing/2014/main" val="20005"/>
                    </a:ext>
                  </a:extLst>
                </a:gridCol>
                <a:gridCol w="412775">
                  <a:extLst>
                    <a:ext uri="{9D8B030D-6E8A-4147-A177-3AD203B41FA5}">
                      <a16:colId xmlns:a16="http://schemas.microsoft.com/office/drawing/2014/main" val="20006"/>
                    </a:ext>
                  </a:extLst>
                </a:gridCol>
                <a:gridCol w="412775">
                  <a:extLst>
                    <a:ext uri="{9D8B030D-6E8A-4147-A177-3AD203B41FA5}">
                      <a16:colId xmlns:a16="http://schemas.microsoft.com/office/drawing/2014/main" val="20007"/>
                    </a:ext>
                  </a:extLst>
                </a:gridCol>
                <a:gridCol w="412775">
                  <a:extLst>
                    <a:ext uri="{9D8B030D-6E8A-4147-A177-3AD203B41FA5}">
                      <a16:colId xmlns:a16="http://schemas.microsoft.com/office/drawing/2014/main" val="20008"/>
                    </a:ext>
                  </a:extLst>
                </a:gridCol>
                <a:gridCol w="412775">
                  <a:extLst>
                    <a:ext uri="{9D8B030D-6E8A-4147-A177-3AD203B41FA5}">
                      <a16:colId xmlns:a16="http://schemas.microsoft.com/office/drawing/2014/main" val="20009"/>
                    </a:ext>
                  </a:extLst>
                </a:gridCol>
              </a:tblGrid>
              <a:tr h="0">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tc>
                  <a:txBody>
                    <a:bodyPr/>
                    <a:lstStyle/>
                    <a:p>
                      <a:pPr marL="0" marR="0" lvl="0" indent="0" algn="l" rtl="0">
                        <a:spcBef>
                          <a:spcPts val="0"/>
                        </a:spcBef>
                        <a:spcAft>
                          <a:spcPts val="0"/>
                        </a:spcAft>
                        <a:buNone/>
                      </a:pPr>
                      <a:endParaRPr sz="200" u="none" strike="noStrike" cap="none"/>
                    </a:p>
                  </a:txBody>
                  <a:tcPr marL="91450" marR="91450" marT="45725" marB="45725"/>
                </a:tc>
                <a:extLst>
                  <a:ext uri="{0D108BD9-81ED-4DB2-BD59-A6C34878D82A}">
                    <a16:rowId xmlns:a16="http://schemas.microsoft.com/office/drawing/2014/main" val="10000"/>
                  </a:ext>
                </a:extLst>
              </a:tr>
            </a:tbl>
          </a:graphicData>
        </a:graphic>
      </p:graphicFrame>
      <p:pic>
        <p:nvPicPr>
          <p:cNvPr id="632" name="Google Shape;632;p41"/>
          <p:cNvPicPr preferRelativeResize="0"/>
          <p:nvPr/>
        </p:nvPicPr>
        <p:blipFill rotWithShape="1">
          <a:blip r:embed="rId6">
            <a:alphaModFix/>
          </a:blip>
          <a:srcRect/>
          <a:stretch/>
        </p:blipFill>
        <p:spPr>
          <a:xfrm>
            <a:off x="10306931" y="1752909"/>
            <a:ext cx="1096140" cy="5363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27"/>
                                        </p:tgtEl>
                                        <p:attrNameLst>
                                          <p:attrName>style.visibility</p:attrName>
                                        </p:attrNameLst>
                                      </p:cBhvr>
                                      <p:to>
                                        <p:strVal val="visible"/>
                                      </p:to>
                                    </p:set>
                                    <p:animEffect transition="in" filter="fade">
                                      <p:cBhvr>
                                        <p:cTn id="13" dur="1000"/>
                                        <p:tgtEl>
                                          <p:spTgt spid="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4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가상 메모리(Virtual Memory)</a:t>
            </a:r>
            <a:endParaRPr/>
          </a:p>
        </p:txBody>
      </p:sp>
      <p:sp>
        <p:nvSpPr>
          <p:cNvPr id="638" name="Google Shape;638;p4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cxnSp>
        <p:nvCxnSpPr>
          <p:cNvPr id="639" name="Google Shape;639;p42"/>
          <p:cNvCxnSpPr/>
          <p:nvPr/>
        </p:nvCxnSpPr>
        <p:spPr>
          <a:xfrm>
            <a:off x="1855698" y="3182472"/>
            <a:ext cx="9411858" cy="0"/>
          </a:xfrm>
          <a:prstGeom prst="straightConnector1">
            <a:avLst/>
          </a:prstGeom>
          <a:noFill/>
          <a:ln w="19050" cap="flat" cmpd="sng">
            <a:solidFill>
              <a:schemeClr val="lt1"/>
            </a:solidFill>
            <a:prstDash val="solid"/>
            <a:round/>
            <a:headEnd type="none" w="sm" len="sm"/>
            <a:tailEnd type="none" w="sm" len="sm"/>
          </a:ln>
        </p:spPr>
      </p:cxnSp>
      <p:cxnSp>
        <p:nvCxnSpPr>
          <p:cNvPr id="640" name="Google Shape;640;p42"/>
          <p:cNvCxnSpPr/>
          <p:nvPr/>
        </p:nvCxnSpPr>
        <p:spPr>
          <a:xfrm>
            <a:off x="1874162" y="5163669"/>
            <a:ext cx="9411859" cy="0"/>
          </a:xfrm>
          <a:prstGeom prst="straightConnector1">
            <a:avLst/>
          </a:prstGeom>
          <a:noFill/>
          <a:ln w="19050" cap="flat" cmpd="sng">
            <a:solidFill>
              <a:schemeClr val="lt1"/>
            </a:solidFill>
            <a:prstDash val="solid"/>
            <a:round/>
            <a:headEnd type="none" w="sm" len="sm"/>
            <a:tailEnd type="none" w="sm" len="sm"/>
          </a:ln>
        </p:spPr>
      </p:cxnSp>
      <p:sp>
        <p:nvSpPr>
          <p:cNvPr id="641" name="Google Shape;641;p42"/>
          <p:cNvSpPr/>
          <p:nvPr/>
        </p:nvSpPr>
        <p:spPr>
          <a:xfrm>
            <a:off x="4667710" y="530710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642" name="Google Shape;642;p42"/>
          <p:cNvSpPr/>
          <p:nvPr/>
        </p:nvSpPr>
        <p:spPr>
          <a:xfrm>
            <a:off x="2339784" y="4482357"/>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643" name="Google Shape;643;p42"/>
          <p:cNvSpPr/>
          <p:nvPr/>
        </p:nvSpPr>
        <p:spPr>
          <a:xfrm>
            <a:off x="2339784" y="323429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644" name="Google Shape;644;p42"/>
          <p:cNvSpPr/>
          <p:nvPr/>
        </p:nvSpPr>
        <p:spPr>
          <a:xfrm>
            <a:off x="2339784" y="3822468"/>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sp>
        <p:nvSpPr>
          <p:cNvPr id="645" name="Google Shape;645;p42"/>
          <p:cNvSpPr/>
          <p:nvPr/>
        </p:nvSpPr>
        <p:spPr>
          <a:xfrm>
            <a:off x="2339784" y="1737182"/>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Process</a:t>
            </a:r>
            <a:endParaRPr sz="1800" b="1">
              <a:solidFill>
                <a:schemeClr val="dk1"/>
              </a:solidFill>
              <a:latin typeface="Sorts Mill Goudy"/>
              <a:ea typeface="Sorts Mill Goudy"/>
              <a:cs typeface="Sorts Mill Goudy"/>
              <a:sym typeface="Sorts Mill Goudy"/>
            </a:endParaRPr>
          </a:p>
        </p:txBody>
      </p:sp>
      <p:sp>
        <p:nvSpPr>
          <p:cNvPr id="646" name="Google Shape;646;p42"/>
          <p:cNvSpPr/>
          <p:nvPr/>
        </p:nvSpPr>
        <p:spPr>
          <a:xfrm>
            <a:off x="2339783" y="2653192"/>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Socket(File)</a:t>
            </a:r>
            <a:endParaRPr sz="1800" b="1">
              <a:solidFill>
                <a:schemeClr val="dk1"/>
              </a:solidFill>
              <a:latin typeface="Sorts Mill Goudy"/>
              <a:ea typeface="Sorts Mill Goudy"/>
              <a:cs typeface="Sorts Mill Goudy"/>
              <a:sym typeface="Sorts Mill Goudy"/>
            </a:endParaRPr>
          </a:p>
        </p:txBody>
      </p:sp>
      <p:sp>
        <p:nvSpPr>
          <p:cNvPr id="647" name="Google Shape;647;p42"/>
          <p:cNvSpPr/>
          <p:nvPr/>
        </p:nvSpPr>
        <p:spPr>
          <a:xfrm>
            <a:off x="2331091" y="530710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CPU(Core)</a:t>
            </a:r>
            <a:endParaRPr sz="1400" b="1">
              <a:solidFill>
                <a:schemeClr val="dk1"/>
              </a:solidFill>
              <a:latin typeface="Sorts Mill Goudy"/>
              <a:ea typeface="Sorts Mill Goudy"/>
              <a:cs typeface="Sorts Mill Goudy"/>
              <a:sym typeface="Sorts Mill Goudy"/>
            </a:endParaRPr>
          </a:p>
        </p:txBody>
      </p:sp>
      <p:sp>
        <p:nvSpPr>
          <p:cNvPr id="648" name="Google Shape;648;p42"/>
          <p:cNvSpPr/>
          <p:nvPr/>
        </p:nvSpPr>
        <p:spPr>
          <a:xfrm>
            <a:off x="9340949" y="530710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Memory</a:t>
            </a:r>
            <a:endParaRPr sz="1400" b="1">
              <a:solidFill>
                <a:schemeClr val="dk1"/>
              </a:solidFill>
              <a:latin typeface="Sorts Mill Goudy"/>
              <a:ea typeface="Sorts Mill Goudy"/>
              <a:cs typeface="Sorts Mill Goudy"/>
              <a:sym typeface="Sorts Mill Goudy"/>
            </a:endParaRPr>
          </a:p>
        </p:txBody>
      </p:sp>
      <p:sp>
        <p:nvSpPr>
          <p:cNvPr id="649" name="Google Shape;649;p42"/>
          <p:cNvSpPr/>
          <p:nvPr/>
        </p:nvSpPr>
        <p:spPr>
          <a:xfrm>
            <a:off x="7004329" y="530710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HDD</a:t>
            </a:r>
            <a:endParaRPr sz="1400" b="1">
              <a:solidFill>
                <a:schemeClr val="dk1"/>
              </a:solidFill>
              <a:latin typeface="Sorts Mill Goudy"/>
              <a:ea typeface="Sorts Mill Goudy"/>
              <a:cs typeface="Sorts Mill Goudy"/>
              <a:sym typeface="Sorts Mill Goudy"/>
            </a:endParaRPr>
          </a:p>
        </p:txBody>
      </p:sp>
      <p:pic>
        <p:nvPicPr>
          <p:cNvPr id="650" name="Google Shape;650;p42"/>
          <p:cNvPicPr preferRelativeResize="0"/>
          <p:nvPr/>
        </p:nvPicPr>
        <p:blipFill rotWithShape="1">
          <a:blip r:embed="rId3">
            <a:alphaModFix/>
          </a:blip>
          <a:srcRect/>
          <a:stretch/>
        </p:blipFill>
        <p:spPr>
          <a:xfrm>
            <a:off x="6727171" y="1889261"/>
            <a:ext cx="1191197" cy="505895"/>
          </a:xfrm>
          <a:prstGeom prst="rect">
            <a:avLst/>
          </a:prstGeom>
          <a:noFill/>
          <a:ln>
            <a:noFill/>
          </a:ln>
        </p:spPr>
      </p:pic>
      <p:pic>
        <p:nvPicPr>
          <p:cNvPr id="651" name="Google Shape;651;p42"/>
          <p:cNvPicPr preferRelativeResize="0"/>
          <p:nvPr/>
        </p:nvPicPr>
        <p:blipFill rotWithShape="1">
          <a:blip r:embed="rId4">
            <a:alphaModFix/>
          </a:blip>
          <a:srcRect/>
          <a:stretch/>
        </p:blipFill>
        <p:spPr>
          <a:xfrm>
            <a:off x="4899480" y="2025824"/>
            <a:ext cx="1191196" cy="369332"/>
          </a:xfrm>
          <a:prstGeom prst="rect">
            <a:avLst/>
          </a:prstGeom>
          <a:noFill/>
          <a:ln>
            <a:noFill/>
          </a:ln>
        </p:spPr>
      </p:pic>
      <p:pic>
        <p:nvPicPr>
          <p:cNvPr id="652" name="Google Shape;652;p42"/>
          <p:cNvPicPr preferRelativeResize="0"/>
          <p:nvPr/>
        </p:nvPicPr>
        <p:blipFill rotWithShape="1">
          <a:blip r:embed="rId5">
            <a:alphaModFix/>
          </a:blip>
          <a:srcRect/>
          <a:stretch/>
        </p:blipFill>
        <p:spPr>
          <a:xfrm>
            <a:off x="10196356" y="1737182"/>
            <a:ext cx="755429" cy="731523"/>
          </a:xfrm>
          <a:prstGeom prst="rect">
            <a:avLst/>
          </a:prstGeom>
          <a:noFill/>
          <a:ln>
            <a:noFill/>
          </a:ln>
        </p:spPr>
      </p:pic>
      <p:pic>
        <p:nvPicPr>
          <p:cNvPr id="653" name="Google Shape;653;p42"/>
          <p:cNvPicPr preferRelativeResize="0"/>
          <p:nvPr/>
        </p:nvPicPr>
        <p:blipFill rotWithShape="1">
          <a:blip r:embed="rId6">
            <a:alphaModFix/>
          </a:blip>
          <a:srcRect/>
          <a:stretch/>
        </p:blipFill>
        <p:spPr>
          <a:xfrm>
            <a:off x="8554863" y="1853533"/>
            <a:ext cx="1253231" cy="559695"/>
          </a:xfrm>
          <a:prstGeom prst="rect">
            <a:avLst/>
          </a:prstGeom>
          <a:noFill/>
          <a:ln>
            <a:noFill/>
          </a:ln>
        </p:spPr>
      </p:pic>
      <p:pic>
        <p:nvPicPr>
          <p:cNvPr id="654" name="Google Shape;654;p42"/>
          <p:cNvPicPr preferRelativeResize="0"/>
          <p:nvPr/>
        </p:nvPicPr>
        <p:blipFill rotWithShape="1">
          <a:blip r:embed="rId7">
            <a:alphaModFix/>
          </a:blip>
          <a:srcRect/>
          <a:stretch/>
        </p:blipFill>
        <p:spPr>
          <a:xfrm>
            <a:off x="198892" y="3372622"/>
            <a:ext cx="1571409" cy="2485683"/>
          </a:xfrm>
          <a:prstGeom prst="rect">
            <a:avLst/>
          </a:prstGeom>
          <a:solidFill>
            <a:schemeClr val="lt1"/>
          </a:solidFill>
          <a:ln>
            <a:noFill/>
          </a:ln>
        </p:spPr>
      </p:pic>
      <p:sp>
        <p:nvSpPr>
          <p:cNvPr id="655" name="Google Shape;655;p42"/>
          <p:cNvSpPr txBox="1"/>
          <p:nvPr/>
        </p:nvSpPr>
        <p:spPr>
          <a:xfrm>
            <a:off x="4855785" y="2677697"/>
            <a:ext cx="60960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FF00"/>
                </a:solidFill>
                <a:latin typeface="Sorts Mill Goudy"/>
                <a:ea typeface="Sorts Mill Goudy"/>
                <a:cs typeface="Sorts Mill Goudy"/>
                <a:sym typeface="Sorts Mill Goudy"/>
              </a:rPr>
              <a:t>Multi-Tasking</a:t>
            </a:r>
            <a:endParaRPr sz="1800" b="1">
              <a:solidFill>
                <a:srgbClr val="FFFF00"/>
              </a:solidFill>
              <a:latin typeface="Sorts Mill Goudy"/>
              <a:ea typeface="Sorts Mill Goudy"/>
              <a:cs typeface="Sorts Mill Goudy"/>
              <a:sym typeface="Sorts Mill Goudy"/>
            </a:endParaRPr>
          </a:p>
        </p:txBody>
      </p:sp>
      <p:pic>
        <p:nvPicPr>
          <p:cNvPr id="656" name="Google Shape;656;p42" descr="MBC 프로그램 '놀면 뭐하니?' 사진=MBC 홈페이지"/>
          <p:cNvPicPr preferRelativeResize="0"/>
          <p:nvPr/>
        </p:nvPicPr>
        <p:blipFill rotWithShape="1">
          <a:blip r:embed="rId8">
            <a:alphaModFix/>
          </a:blip>
          <a:srcRect/>
          <a:stretch/>
        </p:blipFill>
        <p:spPr>
          <a:xfrm>
            <a:off x="6765455" y="3372622"/>
            <a:ext cx="2658604" cy="150229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cxnSp>
        <p:nvCxnSpPr>
          <p:cNvPr id="661" name="Google Shape;661;p43"/>
          <p:cNvCxnSpPr>
            <a:stCxn id="662" idx="1"/>
            <a:endCxn id="663" idx="0"/>
          </p:cNvCxnSpPr>
          <p:nvPr/>
        </p:nvCxnSpPr>
        <p:spPr>
          <a:xfrm flipH="1">
            <a:off x="3388753" y="5150499"/>
            <a:ext cx="1362000" cy="445500"/>
          </a:xfrm>
          <a:prstGeom prst="curvedConnector2">
            <a:avLst/>
          </a:prstGeom>
          <a:noFill/>
          <a:ln w="19050" cap="flat" cmpd="sng">
            <a:solidFill>
              <a:srgbClr val="FFFF00"/>
            </a:solidFill>
            <a:prstDash val="solid"/>
            <a:round/>
            <a:headEnd type="none" w="sm" len="sm"/>
            <a:tailEnd type="triangle" w="med" len="med"/>
          </a:ln>
        </p:spPr>
      </p:cxnSp>
      <p:cxnSp>
        <p:nvCxnSpPr>
          <p:cNvPr id="664" name="Google Shape;664;p43"/>
          <p:cNvCxnSpPr>
            <a:stCxn id="665" idx="2"/>
            <a:endCxn id="662" idx="2"/>
          </p:cNvCxnSpPr>
          <p:nvPr/>
        </p:nvCxnSpPr>
        <p:spPr>
          <a:xfrm rot="5400000">
            <a:off x="6670482" y="1792139"/>
            <a:ext cx="2452500" cy="4617300"/>
          </a:xfrm>
          <a:prstGeom prst="curvedConnector3">
            <a:avLst>
              <a:gd name="adj1" fmla="val 109318"/>
            </a:avLst>
          </a:prstGeom>
          <a:noFill/>
          <a:ln w="19050" cap="flat" cmpd="sng">
            <a:solidFill>
              <a:srgbClr val="FFFF00"/>
            </a:solidFill>
            <a:prstDash val="solid"/>
            <a:round/>
            <a:headEnd type="none" w="sm" len="sm"/>
            <a:tailEnd type="triangle" w="med" len="med"/>
          </a:ln>
        </p:spPr>
      </p:cxnSp>
      <p:cxnSp>
        <p:nvCxnSpPr>
          <p:cNvPr id="666" name="Google Shape;666;p43"/>
          <p:cNvCxnSpPr>
            <a:stCxn id="667" idx="2"/>
            <a:endCxn id="662" idx="3"/>
          </p:cNvCxnSpPr>
          <p:nvPr/>
        </p:nvCxnSpPr>
        <p:spPr>
          <a:xfrm rot="5400000">
            <a:off x="5913335" y="3386639"/>
            <a:ext cx="2276100" cy="1251900"/>
          </a:xfrm>
          <a:prstGeom prst="curvedConnector2">
            <a:avLst/>
          </a:prstGeom>
          <a:noFill/>
          <a:ln w="19050" cap="flat" cmpd="sng">
            <a:solidFill>
              <a:srgbClr val="FFFF00"/>
            </a:solidFill>
            <a:prstDash val="solid"/>
            <a:round/>
            <a:headEnd type="none" w="sm" len="sm"/>
            <a:tailEnd type="triangle" w="med" len="med"/>
          </a:ln>
        </p:spPr>
      </p:cxnSp>
      <p:sp>
        <p:nvSpPr>
          <p:cNvPr id="668" name="Google Shape;668;p4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b="1"/>
              <a:t>vm</a:t>
            </a:r>
            <a:r>
              <a:rPr lang="en-US"/>
              <a:t>ware(가상머신, 가상화 SW)</a:t>
            </a:r>
            <a:endParaRPr/>
          </a:p>
        </p:txBody>
      </p:sp>
      <p:sp>
        <p:nvSpPr>
          <p:cNvPr id="669" name="Google Shape;669;p4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cxnSp>
        <p:nvCxnSpPr>
          <p:cNvPr id="670" name="Google Shape;670;p43"/>
          <p:cNvCxnSpPr/>
          <p:nvPr/>
        </p:nvCxnSpPr>
        <p:spPr>
          <a:xfrm>
            <a:off x="1855698" y="3442449"/>
            <a:ext cx="9411858" cy="0"/>
          </a:xfrm>
          <a:prstGeom prst="straightConnector1">
            <a:avLst/>
          </a:prstGeom>
          <a:noFill/>
          <a:ln w="19050" cap="flat" cmpd="sng">
            <a:solidFill>
              <a:schemeClr val="lt1"/>
            </a:solidFill>
            <a:prstDash val="solid"/>
            <a:round/>
            <a:headEnd type="none" w="sm" len="sm"/>
            <a:tailEnd type="none" w="sm" len="sm"/>
          </a:ln>
        </p:spPr>
      </p:cxnSp>
      <p:cxnSp>
        <p:nvCxnSpPr>
          <p:cNvPr id="671" name="Google Shape;671;p43"/>
          <p:cNvCxnSpPr/>
          <p:nvPr/>
        </p:nvCxnSpPr>
        <p:spPr>
          <a:xfrm>
            <a:off x="159026" y="5423646"/>
            <a:ext cx="11126995" cy="0"/>
          </a:xfrm>
          <a:prstGeom prst="straightConnector1">
            <a:avLst/>
          </a:prstGeom>
          <a:noFill/>
          <a:ln w="19050" cap="flat" cmpd="sng">
            <a:solidFill>
              <a:schemeClr val="lt1"/>
            </a:solidFill>
            <a:prstDash val="solid"/>
            <a:round/>
            <a:headEnd type="none" w="sm" len="sm"/>
            <a:tailEnd type="none" w="sm" len="sm"/>
          </a:ln>
        </p:spPr>
      </p:cxnSp>
      <p:sp>
        <p:nvSpPr>
          <p:cNvPr id="663" name="Google Shape;663;p43"/>
          <p:cNvSpPr/>
          <p:nvPr/>
        </p:nvSpPr>
        <p:spPr>
          <a:xfrm>
            <a:off x="2339783" y="559594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672" name="Google Shape;672;p43"/>
          <p:cNvSpPr/>
          <p:nvPr/>
        </p:nvSpPr>
        <p:spPr>
          <a:xfrm>
            <a:off x="2339784" y="4742334"/>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673" name="Google Shape;673;p43"/>
          <p:cNvSpPr/>
          <p:nvPr/>
        </p:nvSpPr>
        <p:spPr>
          <a:xfrm>
            <a:off x="2339784" y="3494270"/>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674" name="Google Shape;674;p43"/>
          <p:cNvSpPr/>
          <p:nvPr/>
        </p:nvSpPr>
        <p:spPr>
          <a:xfrm>
            <a:off x="2339784" y="408244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sp>
        <p:nvSpPr>
          <p:cNvPr id="675" name="Google Shape;675;p43"/>
          <p:cNvSpPr/>
          <p:nvPr/>
        </p:nvSpPr>
        <p:spPr>
          <a:xfrm>
            <a:off x="2339784" y="1997159"/>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Process</a:t>
            </a:r>
            <a:endParaRPr sz="1800" b="1">
              <a:solidFill>
                <a:schemeClr val="dk1"/>
              </a:solidFill>
              <a:latin typeface="Sorts Mill Goudy"/>
              <a:ea typeface="Sorts Mill Goudy"/>
              <a:cs typeface="Sorts Mill Goudy"/>
              <a:sym typeface="Sorts Mill Goudy"/>
            </a:endParaRPr>
          </a:p>
        </p:txBody>
      </p:sp>
      <p:sp>
        <p:nvSpPr>
          <p:cNvPr id="676" name="Google Shape;676;p43"/>
          <p:cNvSpPr/>
          <p:nvPr/>
        </p:nvSpPr>
        <p:spPr>
          <a:xfrm>
            <a:off x="2339783" y="2913169"/>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Socket(File)</a:t>
            </a:r>
            <a:endParaRPr sz="1800" b="1">
              <a:solidFill>
                <a:schemeClr val="dk1"/>
              </a:solidFill>
              <a:latin typeface="Sorts Mill Goudy"/>
              <a:ea typeface="Sorts Mill Goudy"/>
              <a:cs typeface="Sorts Mill Goudy"/>
              <a:sym typeface="Sorts Mill Goudy"/>
            </a:endParaRPr>
          </a:p>
        </p:txBody>
      </p:sp>
      <p:pic>
        <p:nvPicPr>
          <p:cNvPr id="677" name="Google Shape;677;p43" descr="VMWare란"/>
          <p:cNvPicPr preferRelativeResize="0"/>
          <p:nvPr/>
        </p:nvPicPr>
        <p:blipFill rotWithShape="1">
          <a:blip r:embed="rId3">
            <a:alphaModFix/>
          </a:blip>
          <a:srcRect/>
          <a:stretch/>
        </p:blipFill>
        <p:spPr>
          <a:xfrm>
            <a:off x="533252" y="190249"/>
            <a:ext cx="2208271" cy="847773"/>
          </a:xfrm>
          <a:prstGeom prst="rect">
            <a:avLst/>
          </a:prstGeom>
          <a:noFill/>
          <a:ln>
            <a:noFill/>
          </a:ln>
        </p:spPr>
      </p:pic>
      <p:grpSp>
        <p:nvGrpSpPr>
          <p:cNvPr id="678" name="Google Shape;678;p43"/>
          <p:cNvGrpSpPr/>
          <p:nvPr/>
        </p:nvGrpSpPr>
        <p:grpSpPr>
          <a:xfrm>
            <a:off x="6840067" y="1997159"/>
            <a:ext cx="1674537" cy="2807922"/>
            <a:chOff x="5513289" y="1762191"/>
            <a:chExt cx="2097746" cy="4201387"/>
          </a:xfrm>
        </p:grpSpPr>
        <p:sp>
          <p:nvSpPr>
            <p:cNvPr id="679" name="Google Shape;679;p43"/>
            <p:cNvSpPr/>
            <p:nvPr/>
          </p:nvSpPr>
          <p:spPr>
            <a:xfrm>
              <a:off x="5513289" y="536097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050" b="1">
                  <a:solidFill>
                    <a:schemeClr val="dk1"/>
                  </a:solidFill>
                  <a:latin typeface="Sorts Mill Goudy"/>
                  <a:ea typeface="Sorts Mill Goudy"/>
                  <a:cs typeface="Sorts Mill Goudy"/>
                  <a:sym typeface="Sorts Mill Goudy"/>
                </a:rPr>
                <a:t>(Network Interface Card)</a:t>
              </a:r>
              <a:endParaRPr sz="1050" b="1">
                <a:solidFill>
                  <a:schemeClr val="dk1"/>
                </a:solidFill>
                <a:latin typeface="Sorts Mill Goudy"/>
                <a:ea typeface="Sorts Mill Goudy"/>
                <a:cs typeface="Sorts Mill Goudy"/>
                <a:sym typeface="Sorts Mill Goudy"/>
              </a:endParaRPr>
            </a:p>
          </p:txBody>
        </p:sp>
        <p:sp>
          <p:nvSpPr>
            <p:cNvPr id="680" name="Google Shape;680;p43"/>
            <p:cNvSpPr/>
            <p:nvPr/>
          </p:nvSpPr>
          <p:spPr>
            <a:xfrm>
              <a:off x="5513290" y="4507366"/>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Driver</a:t>
              </a:r>
              <a:endParaRPr sz="1200" b="1">
                <a:solidFill>
                  <a:schemeClr val="dk1"/>
                </a:solidFill>
                <a:latin typeface="Sorts Mill Goudy"/>
                <a:ea typeface="Sorts Mill Goudy"/>
                <a:cs typeface="Sorts Mill Goudy"/>
                <a:sym typeface="Sorts Mill Goudy"/>
              </a:endParaRPr>
            </a:p>
          </p:txBody>
        </p:sp>
        <p:sp>
          <p:nvSpPr>
            <p:cNvPr id="681" name="Google Shape;681;p43"/>
            <p:cNvSpPr/>
            <p:nvPr/>
          </p:nvSpPr>
          <p:spPr>
            <a:xfrm>
              <a:off x="5513290" y="3259302"/>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TCP</a:t>
              </a:r>
              <a:endParaRPr sz="1200" b="1">
                <a:solidFill>
                  <a:schemeClr val="dk1"/>
                </a:solidFill>
                <a:latin typeface="Sorts Mill Goudy"/>
                <a:ea typeface="Sorts Mill Goudy"/>
                <a:cs typeface="Sorts Mill Goudy"/>
                <a:sym typeface="Sorts Mill Goudy"/>
              </a:endParaRPr>
            </a:p>
          </p:txBody>
        </p:sp>
        <p:sp>
          <p:nvSpPr>
            <p:cNvPr id="682" name="Google Shape;682;p43"/>
            <p:cNvSpPr/>
            <p:nvPr/>
          </p:nvSpPr>
          <p:spPr>
            <a:xfrm>
              <a:off x="5513290" y="3847477"/>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IP</a:t>
              </a:r>
              <a:endParaRPr sz="1200" b="1">
                <a:solidFill>
                  <a:schemeClr val="dk1"/>
                </a:solidFill>
                <a:latin typeface="Sorts Mill Goudy"/>
                <a:ea typeface="Sorts Mill Goudy"/>
                <a:cs typeface="Sorts Mill Goudy"/>
                <a:sym typeface="Sorts Mill Goudy"/>
              </a:endParaRPr>
            </a:p>
          </p:txBody>
        </p:sp>
        <p:sp>
          <p:nvSpPr>
            <p:cNvPr id="683" name="Google Shape;683;p43"/>
            <p:cNvSpPr/>
            <p:nvPr/>
          </p:nvSpPr>
          <p:spPr>
            <a:xfrm>
              <a:off x="5513290" y="1762191"/>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Process</a:t>
              </a:r>
              <a:endParaRPr sz="1200" b="1">
                <a:solidFill>
                  <a:schemeClr val="dk1"/>
                </a:solidFill>
                <a:latin typeface="Sorts Mill Goudy"/>
                <a:ea typeface="Sorts Mill Goudy"/>
                <a:cs typeface="Sorts Mill Goudy"/>
                <a:sym typeface="Sorts Mill Goudy"/>
              </a:endParaRPr>
            </a:p>
          </p:txBody>
        </p:sp>
        <p:sp>
          <p:nvSpPr>
            <p:cNvPr id="667" name="Google Shape;667;p43"/>
            <p:cNvSpPr/>
            <p:nvPr/>
          </p:nvSpPr>
          <p:spPr>
            <a:xfrm>
              <a:off x="5513289" y="2678201"/>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Socket(File)</a:t>
              </a:r>
              <a:endParaRPr sz="1200" b="1">
                <a:solidFill>
                  <a:schemeClr val="dk1"/>
                </a:solidFill>
                <a:latin typeface="Sorts Mill Goudy"/>
                <a:ea typeface="Sorts Mill Goudy"/>
                <a:cs typeface="Sorts Mill Goudy"/>
                <a:sym typeface="Sorts Mill Goudy"/>
              </a:endParaRPr>
            </a:p>
          </p:txBody>
        </p:sp>
      </p:grpSp>
      <p:grpSp>
        <p:nvGrpSpPr>
          <p:cNvPr id="684" name="Google Shape;684;p43"/>
          <p:cNvGrpSpPr/>
          <p:nvPr/>
        </p:nvGrpSpPr>
        <p:grpSpPr>
          <a:xfrm>
            <a:off x="9368114" y="1997159"/>
            <a:ext cx="1674537" cy="2807922"/>
            <a:chOff x="5513289" y="1762191"/>
            <a:chExt cx="2097746" cy="4201387"/>
          </a:xfrm>
        </p:grpSpPr>
        <p:sp>
          <p:nvSpPr>
            <p:cNvPr id="685" name="Google Shape;685;p43"/>
            <p:cNvSpPr/>
            <p:nvPr/>
          </p:nvSpPr>
          <p:spPr>
            <a:xfrm>
              <a:off x="5513289" y="536097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050" b="1">
                  <a:solidFill>
                    <a:schemeClr val="dk1"/>
                  </a:solidFill>
                  <a:latin typeface="Sorts Mill Goudy"/>
                  <a:ea typeface="Sorts Mill Goudy"/>
                  <a:cs typeface="Sorts Mill Goudy"/>
                  <a:sym typeface="Sorts Mill Goudy"/>
                </a:rPr>
                <a:t>(Network Interface Card)</a:t>
              </a:r>
              <a:endParaRPr sz="1050" b="1">
                <a:solidFill>
                  <a:schemeClr val="dk1"/>
                </a:solidFill>
                <a:latin typeface="Sorts Mill Goudy"/>
                <a:ea typeface="Sorts Mill Goudy"/>
                <a:cs typeface="Sorts Mill Goudy"/>
                <a:sym typeface="Sorts Mill Goudy"/>
              </a:endParaRPr>
            </a:p>
          </p:txBody>
        </p:sp>
        <p:sp>
          <p:nvSpPr>
            <p:cNvPr id="686" name="Google Shape;686;p43"/>
            <p:cNvSpPr/>
            <p:nvPr/>
          </p:nvSpPr>
          <p:spPr>
            <a:xfrm>
              <a:off x="5513290" y="4507366"/>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Driver</a:t>
              </a:r>
              <a:endParaRPr sz="1200" b="1">
                <a:solidFill>
                  <a:schemeClr val="dk1"/>
                </a:solidFill>
                <a:latin typeface="Sorts Mill Goudy"/>
                <a:ea typeface="Sorts Mill Goudy"/>
                <a:cs typeface="Sorts Mill Goudy"/>
                <a:sym typeface="Sorts Mill Goudy"/>
              </a:endParaRPr>
            </a:p>
          </p:txBody>
        </p:sp>
        <p:sp>
          <p:nvSpPr>
            <p:cNvPr id="687" name="Google Shape;687;p43"/>
            <p:cNvSpPr/>
            <p:nvPr/>
          </p:nvSpPr>
          <p:spPr>
            <a:xfrm>
              <a:off x="5513290" y="3259302"/>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TCP</a:t>
              </a:r>
              <a:endParaRPr sz="1200" b="1">
                <a:solidFill>
                  <a:schemeClr val="dk1"/>
                </a:solidFill>
                <a:latin typeface="Sorts Mill Goudy"/>
                <a:ea typeface="Sorts Mill Goudy"/>
                <a:cs typeface="Sorts Mill Goudy"/>
                <a:sym typeface="Sorts Mill Goudy"/>
              </a:endParaRPr>
            </a:p>
          </p:txBody>
        </p:sp>
        <p:sp>
          <p:nvSpPr>
            <p:cNvPr id="688" name="Google Shape;688;p43"/>
            <p:cNvSpPr/>
            <p:nvPr/>
          </p:nvSpPr>
          <p:spPr>
            <a:xfrm>
              <a:off x="5513290" y="3847477"/>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IP</a:t>
              </a:r>
              <a:endParaRPr sz="1200" b="1">
                <a:solidFill>
                  <a:schemeClr val="dk1"/>
                </a:solidFill>
                <a:latin typeface="Sorts Mill Goudy"/>
                <a:ea typeface="Sorts Mill Goudy"/>
                <a:cs typeface="Sorts Mill Goudy"/>
                <a:sym typeface="Sorts Mill Goudy"/>
              </a:endParaRPr>
            </a:p>
          </p:txBody>
        </p:sp>
        <p:sp>
          <p:nvSpPr>
            <p:cNvPr id="689" name="Google Shape;689;p43"/>
            <p:cNvSpPr/>
            <p:nvPr/>
          </p:nvSpPr>
          <p:spPr>
            <a:xfrm>
              <a:off x="5513290" y="1762191"/>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Process</a:t>
              </a:r>
              <a:endParaRPr sz="1200" b="1">
                <a:solidFill>
                  <a:schemeClr val="dk1"/>
                </a:solidFill>
                <a:latin typeface="Sorts Mill Goudy"/>
                <a:ea typeface="Sorts Mill Goudy"/>
                <a:cs typeface="Sorts Mill Goudy"/>
                <a:sym typeface="Sorts Mill Goudy"/>
              </a:endParaRPr>
            </a:p>
          </p:txBody>
        </p:sp>
        <p:sp>
          <p:nvSpPr>
            <p:cNvPr id="665" name="Google Shape;665;p43"/>
            <p:cNvSpPr/>
            <p:nvPr/>
          </p:nvSpPr>
          <p:spPr>
            <a:xfrm>
              <a:off x="5513289" y="2678201"/>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Socket(File)</a:t>
              </a:r>
              <a:endParaRPr sz="1200" b="1">
                <a:solidFill>
                  <a:schemeClr val="dk1"/>
                </a:solidFill>
                <a:latin typeface="Sorts Mill Goudy"/>
                <a:ea typeface="Sorts Mill Goudy"/>
                <a:cs typeface="Sorts Mill Goudy"/>
                <a:sym typeface="Sorts Mill Goudy"/>
              </a:endParaRPr>
            </a:p>
          </p:txBody>
        </p:sp>
      </p:grpSp>
      <p:sp>
        <p:nvSpPr>
          <p:cNvPr id="690" name="Google Shape;690;p43"/>
          <p:cNvSpPr/>
          <p:nvPr/>
        </p:nvSpPr>
        <p:spPr>
          <a:xfrm>
            <a:off x="6840068" y="4974022"/>
            <a:ext cx="1674536" cy="352953"/>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Sorts Mill Goudy"/>
                <a:ea typeface="Sorts Mill Goudy"/>
                <a:cs typeface="Sorts Mill Goudy"/>
                <a:sym typeface="Sorts Mill Goudy"/>
              </a:rPr>
              <a:t>Vmnet 1</a:t>
            </a:r>
            <a:endParaRPr sz="1600" b="1">
              <a:solidFill>
                <a:schemeClr val="dk1"/>
              </a:solidFill>
              <a:latin typeface="Sorts Mill Goudy"/>
              <a:ea typeface="Sorts Mill Goudy"/>
              <a:cs typeface="Sorts Mill Goudy"/>
              <a:sym typeface="Sorts Mill Goudy"/>
            </a:endParaRPr>
          </a:p>
        </p:txBody>
      </p:sp>
      <p:sp>
        <p:nvSpPr>
          <p:cNvPr id="691" name="Google Shape;691;p43"/>
          <p:cNvSpPr/>
          <p:nvPr/>
        </p:nvSpPr>
        <p:spPr>
          <a:xfrm>
            <a:off x="9368115" y="4974022"/>
            <a:ext cx="1674536" cy="352953"/>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Sorts Mill Goudy"/>
                <a:ea typeface="Sorts Mill Goudy"/>
                <a:cs typeface="Sorts Mill Goudy"/>
                <a:sym typeface="Sorts Mill Goudy"/>
              </a:rPr>
              <a:t>Vmnet 2</a:t>
            </a:r>
            <a:endParaRPr sz="1600" b="1">
              <a:solidFill>
                <a:schemeClr val="dk1"/>
              </a:solidFill>
              <a:latin typeface="Sorts Mill Goudy"/>
              <a:ea typeface="Sorts Mill Goudy"/>
              <a:cs typeface="Sorts Mill Goudy"/>
              <a:sym typeface="Sorts Mill Goudy"/>
            </a:endParaRPr>
          </a:p>
        </p:txBody>
      </p:sp>
      <p:sp>
        <p:nvSpPr>
          <p:cNvPr id="662" name="Google Shape;662;p43"/>
          <p:cNvSpPr/>
          <p:nvPr/>
        </p:nvSpPr>
        <p:spPr>
          <a:xfrm>
            <a:off x="4750753" y="4974022"/>
            <a:ext cx="1674536" cy="352953"/>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Sorts Mill Goudy"/>
                <a:ea typeface="Sorts Mill Goudy"/>
                <a:cs typeface="Sorts Mill Goudy"/>
                <a:sym typeface="Sorts Mill Goudy"/>
              </a:rPr>
              <a:t>Vmnet 0</a:t>
            </a:r>
            <a:endParaRPr sz="1600" b="1">
              <a:solidFill>
                <a:schemeClr val="dk1"/>
              </a:solidFill>
              <a:latin typeface="Sorts Mill Goudy"/>
              <a:ea typeface="Sorts Mill Goudy"/>
              <a:cs typeface="Sorts Mill Goudy"/>
              <a:sym typeface="Sorts Mill Goudy"/>
            </a:endParaRPr>
          </a:p>
        </p:txBody>
      </p:sp>
      <p:pic>
        <p:nvPicPr>
          <p:cNvPr id="692" name="Google Shape;692;p43"/>
          <p:cNvPicPr preferRelativeResize="0"/>
          <p:nvPr/>
        </p:nvPicPr>
        <p:blipFill rotWithShape="1">
          <a:blip r:embed="rId4">
            <a:alphaModFix/>
          </a:blip>
          <a:srcRect/>
          <a:stretch/>
        </p:blipFill>
        <p:spPr>
          <a:xfrm>
            <a:off x="2604516" y="1480762"/>
            <a:ext cx="1191196" cy="369332"/>
          </a:xfrm>
          <a:prstGeom prst="rect">
            <a:avLst/>
          </a:prstGeom>
          <a:noFill/>
          <a:ln>
            <a:noFill/>
          </a:ln>
        </p:spPr>
      </p:pic>
      <p:pic>
        <p:nvPicPr>
          <p:cNvPr id="693" name="Google Shape;693;p43"/>
          <p:cNvPicPr preferRelativeResize="0"/>
          <p:nvPr/>
        </p:nvPicPr>
        <p:blipFill rotWithShape="1">
          <a:blip r:embed="rId5">
            <a:alphaModFix/>
          </a:blip>
          <a:srcRect/>
          <a:stretch/>
        </p:blipFill>
        <p:spPr>
          <a:xfrm>
            <a:off x="9895836" y="1145417"/>
            <a:ext cx="755429" cy="731523"/>
          </a:xfrm>
          <a:prstGeom prst="rect">
            <a:avLst/>
          </a:prstGeom>
          <a:noFill/>
          <a:ln>
            <a:noFill/>
          </a:ln>
        </p:spPr>
      </p:pic>
      <p:pic>
        <p:nvPicPr>
          <p:cNvPr id="694" name="Google Shape;694;p43"/>
          <p:cNvPicPr preferRelativeResize="0"/>
          <p:nvPr/>
        </p:nvPicPr>
        <p:blipFill rotWithShape="1">
          <a:blip r:embed="rId6">
            <a:alphaModFix/>
          </a:blip>
          <a:srcRect/>
          <a:stretch/>
        </p:blipFill>
        <p:spPr>
          <a:xfrm>
            <a:off x="7021898" y="1261467"/>
            <a:ext cx="1253231" cy="559695"/>
          </a:xfrm>
          <a:prstGeom prst="rect">
            <a:avLst/>
          </a:prstGeom>
          <a:noFill/>
          <a:ln>
            <a:noFill/>
          </a:ln>
        </p:spPr>
      </p:pic>
      <p:sp>
        <p:nvSpPr>
          <p:cNvPr id="695" name="Google Shape;695;p43"/>
          <p:cNvSpPr txBox="1"/>
          <p:nvPr/>
        </p:nvSpPr>
        <p:spPr>
          <a:xfrm>
            <a:off x="4750752" y="4621826"/>
            <a:ext cx="181087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FF00"/>
                </a:solidFill>
                <a:latin typeface="Sorts Mill Goudy"/>
                <a:ea typeface="Sorts Mill Goudy"/>
                <a:cs typeface="Sorts Mill Goudy"/>
                <a:sym typeface="Sorts Mill Goudy"/>
              </a:rPr>
              <a:t>Router~~</a:t>
            </a:r>
            <a:endParaRPr sz="1800" b="1">
              <a:solidFill>
                <a:srgbClr val="FFFF00"/>
              </a:solidFill>
              <a:latin typeface="Sorts Mill Goudy"/>
              <a:ea typeface="Sorts Mill Goudy"/>
              <a:cs typeface="Sorts Mill Goudy"/>
              <a:sym typeface="Sorts Mill Goudy"/>
            </a:endParaRPr>
          </a:p>
        </p:txBody>
      </p:sp>
      <p:cxnSp>
        <p:nvCxnSpPr>
          <p:cNvPr id="696" name="Google Shape;696;p43"/>
          <p:cNvCxnSpPr/>
          <p:nvPr/>
        </p:nvCxnSpPr>
        <p:spPr>
          <a:xfrm flipH="1">
            <a:off x="990983" y="5896853"/>
            <a:ext cx="1348800" cy="600"/>
          </a:xfrm>
          <a:prstGeom prst="curvedConnector3">
            <a:avLst>
              <a:gd name="adj1" fmla="val 49995"/>
            </a:avLst>
          </a:prstGeom>
          <a:noFill/>
          <a:ln w="19050" cap="flat" cmpd="sng">
            <a:solidFill>
              <a:srgbClr val="FFFF00"/>
            </a:solidFill>
            <a:prstDash val="solid"/>
            <a:round/>
            <a:headEnd type="none" w="sm" len="sm"/>
            <a:tailEnd type="triangle" w="med" len="med"/>
          </a:ln>
        </p:spPr>
      </p:cxnSp>
      <p:sp>
        <p:nvSpPr>
          <p:cNvPr id="697" name="Google Shape;697;p43"/>
          <p:cNvSpPr/>
          <p:nvPr/>
        </p:nvSpPr>
        <p:spPr>
          <a:xfrm>
            <a:off x="1582809" y="2364795"/>
            <a:ext cx="411837" cy="411837"/>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1</a:t>
            </a:r>
            <a:endParaRPr sz="1800" b="1">
              <a:solidFill>
                <a:schemeClr val="lt1"/>
              </a:solidFill>
              <a:latin typeface="Sorts Mill Goudy"/>
              <a:ea typeface="Sorts Mill Goudy"/>
              <a:cs typeface="Sorts Mill Goudy"/>
              <a:sym typeface="Sorts Mill Goudy"/>
            </a:endParaRPr>
          </a:p>
        </p:txBody>
      </p:sp>
      <p:sp>
        <p:nvSpPr>
          <p:cNvPr id="698" name="Google Shape;698;p43"/>
          <p:cNvSpPr/>
          <p:nvPr/>
        </p:nvSpPr>
        <p:spPr>
          <a:xfrm>
            <a:off x="1582809" y="3988436"/>
            <a:ext cx="411837" cy="411837"/>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2</a:t>
            </a:r>
            <a:endParaRPr sz="1800" b="1">
              <a:solidFill>
                <a:schemeClr val="lt1"/>
              </a:solidFill>
              <a:latin typeface="Sorts Mill Goudy"/>
              <a:ea typeface="Sorts Mill Goudy"/>
              <a:cs typeface="Sorts Mill Goudy"/>
              <a:sym typeface="Sorts Mill Goudy"/>
            </a:endParaRPr>
          </a:p>
        </p:txBody>
      </p:sp>
      <p:sp>
        <p:nvSpPr>
          <p:cNvPr id="699" name="Google Shape;699;p43"/>
          <p:cNvSpPr/>
          <p:nvPr/>
        </p:nvSpPr>
        <p:spPr>
          <a:xfrm>
            <a:off x="6275563" y="2195406"/>
            <a:ext cx="411837" cy="411837"/>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3</a:t>
            </a:r>
            <a:endParaRPr sz="1800" b="1">
              <a:solidFill>
                <a:schemeClr val="lt1"/>
              </a:solidFill>
              <a:latin typeface="Sorts Mill Goudy"/>
              <a:ea typeface="Sorts Mill Goudy"/>
              <a:cs typeface="Sorts Mill Goudy"/>
              <a:sym typeface="Sorts Mill Goudy"/>
            </a:endParaRPr>
          </a:p>
        </p:txBody>
      </p:sp>
      <p:sp>
        <p:nvSpPr>
          <p:cNvPr id="700" name="Google Shape;700;p43"/>
          <p:cNvSpPr/>
          <p:nvPr/>
        </p:nvSpPr>
        <p:spPr>
          <a:xfrm>
            <a:off x="6275563" y="3263964"/>
            <a:ext cx="411837" cy="411837"/>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4</a:t>
            </a:r>
            <a:endParaRPr sz="1800" b="1">
              <a:solidFill>
                <a:schemeClr val="lt1"/>
              </a:solidFill>
              <a:latin typeface="Sorts Mill Goudy"/>
              <a:ea typeface="Sorts Mill Goudy"/>
              <a:cs typeface="Sorts Mill Goudy"/>
              <a:sym typeface="Sorts Mill Goudy"/>
            </a:endParaRPr>
          </a:p>
        </p:txBody>
      </p:sp>
      <p:sp>
        <p:nvSpPr>
          <p:cNvPr id="701" name="Google Shape;701;p43"/>
          <p:cNvSpPr/>
          <p:nvPr/>
        </p:nvSpPr>
        <p:spPr>
          <a:xfrm>
            <a:off x="8848432" y="2177475"/>
            <a:ext cx="411837" cy="411837"/>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5</a:t>
            </a:r>
            <a:endParaRPr sz="1800" b="1">
              <a:solidFill>
                <a:schemeClr val="lt1"/>
              </a:solidFill>
              <a:latin typeface="Sorts Mill Goudy"/>
              <a:ea typeface="Sorts Mill Goudy"/>
              <a:cs typeface="Sorts Mill Goudy"/>
              <a:sym typeface="Sorts Mill Goudy"/>
            </a:endParaRPr>
          </a:p>
        </p:txBody>
      </p:sp>
      <p:sp>
        <p:nvSpPr>
          <p:cNvPr id="702" name="Google Shape;702;p43"/>
          <p:cNvSpPr/>
          <p:nvPr/>
        </p:nvSpPr>
        <p:spPr>
          <a:xfrm>
            <a:off x="8848432" y="3246033"/>
            <a:ext cx="411837" cy="411837"/>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6</a:t>
            </a:r>
            <a:endParaRPr sz="1800" b="1">
              <a:solidFill>
                <a:schemeClr val="lt1"/>
              </a:solidFill>
              <a:latin typeface="Sorts Mill Goudy"/>
              <a:ea typeface="Sorts Mill Goudy"/>
              <a:cs typeface="Sorts Mill Goudy"/>
              <a:sym typeface="Sorts Mill Goudy"/>
            </a:endParaRPr>
          </a:p>
        </p:txBody>
      </p:sp>
      <p:sp>
        <p:nvSpPr>
          <p:cNvPr id="703" name="Google Shape;703;p43"/>
          <p:cNvSpPr txBox="1"/>
          <p:nvPr/>
        </p:nvSpPr>
        <p:spPr>
          <a:xfrm>
            <a:off x="312330" y="5419000"/>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H/W</a:t>
            </a:r>
            <a:endParaRPr sz="1800" b="1">
              <a:solidFill>
                <a:schemeClr val="lt1"/>
              </a:solidFill>
              <a:latin typeface="Sorts Mill Goudy"/>
              <a:ea typeface="Sorts Mill Goudy"/>
              <a:cs typeface="Sorts Mill Goudy"/>
              <a:sym typeface="Sorts Mill Goudy"/>
            </a:endParaRPr>
          </a:p>
        </p:txBody>
      </p:sp>
      <p:sp>
        <p:nvSpPr>
          <p:cNvPr id="704" name="Google Shape;704;p43"/>
          <p:cNvSpPr txBox="1"/>
          <p:nvPr/>
        </p:nvSpPr>
        <p:spPr>
          <a:xfrm>
            <a:off x="312330" y="2965107"/>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S/W</a:t>
            </a:r>
            <a:endParaRPr sz="1800" b="1">
              <a:solidFill>
                <a:schemeClr val="lt1"/>
              </a:solidFill>
              <a:latin typeface="Sorts Mill Goudy"/>
              <a:ea typeface="Sorts Mill Goudy"/>
              <a:cs typeface="Sorts Mill Goudy"/>
              <a:sym typeface="Sorts Mill Goudy"/>
            </a:endParaRPr>
          </a:p>
        </p:txBody>
      </p:sp>
      <p:sp>
        <p:nvSpPr>
          <p:cNvPr id="705" name="Google Shape;705;p43"/>
          <p:cNvSpPr/>
          <p:nvPr/>
        </p:nvSpPr>
        <p:spPr>
          <a:xfrm>
            <a:off x="1149349" y="1742502"/>
            <a:ext cx="355728" cy="3504197"/>
          </a:xfrm>
          <a:prstGeom prst="leftBrace">
            <a:avLst>
              <a:gd name="adj1" fmla="val 69802"/>
              <a:gd name="adj2" fmla="val 5000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96"/>
                                        </p:tgtEl>
                                        <p:attrNameLst>
                                          <p:attrName>style.visibility</p:attrName>
                                        </p:attrNameLst>
                                      </p:cBhvr>
                                      <p:to>
                                        <p:strVal val="visible"/>
                                      </p:to>
                                    </p:set>
                                    <p:animEffect transition="in" filter="fade">
                                      <p:cBhvr>
                                        <p:cTn id="15" dur="500"/>
                                        <p:tgtEl>
                                          <p:spTgt spid="696"/>
                                        </p:tgtEl>
                                      </p:cBhvr>
                                    </p:animEffect>
                                  </p:childTnLst>
                                </p:cTn>
                              </p:par>
                              <p:par>
                                <p:cTn id="16" presetID="10" presetClass="entr" presetSubtype="0" fill="hold" nodeType="withEffect">
                                  <p:stCondLst>
                                    <p:cond delay="0"/>
                                  </p:stCondLst>
                                  <p:childTnLst>
                                    <p:set>
                                      <p:cBhvr>
                                        <p:cTn id="17" dur="1" fill="hold">
                                          <p:stCondLst>
                                            <p:cond delay="0"/>
                                          </p:stCondLst>
                                        </p:cTn>
                                        <p:tgtEl>
                                          <p:spTgt spid="695"/>
                                        </p:tgtEl>
                                        <p:attrNameLst>
                                          <p:attrName>style.visibility</p:attrName>
                                        </p:attrNameLst>
                                      </p:cBhvr>
                                      <p:to>
                                        <p:strVal val="visible"/>
                                      </p:to>
                                    </p:set>
                                    <p:animEffect transition="in" filter="fade">
                                      <p:cBhvr>
                                        <p:cTn id="18" dur="500"/>
                                        <p:tgtEl>
                                          <p:spTgt spid="695"/>
                                        </p:tgtEl>
                                      </p:cBhvr>
                                    </p:animEffect>
                                  </p:childTnLst>
                                </p:cTn>
                              </p:par>
                              <p:par>
                                <p:cTn id="19" presetID="10" presetClass="entr" presetSubtype="0" fill="hold" nodeType="withEffect">
                                  <p:stCondLst>
                                    <p:cond delay="0"/>
                                  </p:stCondLst>
                                  <p:childTnLst>
                                    <p:set>
                                      <p:cBhvr>
                                        <p:cTn id="20" dur="1" fill="hold">
                                          <p:stCondLst>
                                            <p:cond delay="0"/>
                                          </p:stCondLst>
                                        </p:cTn>
                                        <p:tgtEl>
                                          <p:spTgt spid="666"/>
                                        </p:tgtEl>
                                        <p:attrNameLst>
                                          <p:attrName>style.visibility</p:attrName>
                                        </p:attrNameLst>
                                      </p:cBhvr>
                                      <p:to>
                                        <p:strVal val="visible"/>
                                      </p:to>
                                    </p:set>
                                    <p:animEffect transition="in" filter="fade">
                                      <p:cBhvr>
                                        <p:cTn id="21" dur="500"/>
                                        <p:tgtEl>
                                          <p:spTgt spid="666"/>
                                        </p:tgtEl>
                                      </p:cBhvr>
                                    </p:animEffect>
                                  </p:childTnLst>
                                </p:cTn>
                              </p:par>
                              <p:par>
                                <p:cTn id="22" presetID="10" presetClass="entr" presetSubtype="0" fill="hold" nodeType="withEffect">
                                  <p:stCondLst>
                                    <p:cond delay="0"/>
                                  </p:stCondLst>
                                  <p:childTnLst>
                                    <p:set>
                                      <p:cBhvr>
                                        <p:cTn id="23" dur="1" fill="hold">
                                          <p:stCondLst>
                                            <p:cond delay="0"/>
                                          </p:stCondLst>
                                        </p:cTn>
                                        <p:tgtEl>
                                          <p:spTgt spid="664"/>
                                        </p:tgtEl>
                                        <p:attrNameLst>
                                          <p:attrName>style.visibility</p:attrName>
                                        </p:attrNameLst>
                                      </p:cBhvr>
                                      <p:to>
                                        <p:strVal val="visible"/>
                                      </p:to>
                                    </p:set>
                                    <p:animEffect transition="in" filter="fade">
                                      <p:cBhvr>
                                        <p:cTn id="24" dur="500"/>
                                        <p:tgtEl>
                                          <p:spTgt spid="66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97"/>
                                        </p:tgtEl>
                                        <p:attrNameLst>
                                          <p:attrName>style.visibility</p:attrName>
                                        </p:attrNameLst>
                                      </p:cBhvr>
                                      <p:to>
                                        <p:strVal val="visible"/>
                                      </p:to>
                                    </p:set>
                                    <p:animEffect transition="in" filter="fade">
                                      <p:cBhvr>
                                        <p:cTn id="29" dur="500"/>
                                        <p:tgtEl>
                                          <p:spTgt spid="697"/>
                                        </p:tgtEl>
                                      </p:cBhvr>
                                    </p:animEffect>
                                  </p:childTnLst>
                                </p:cTn>
                              </p:par>
                              <p:par>
                                <p:cTn id="30" presetID="10" presetClass="entr" presetSubtype="0" fill="hold" nodeType="withEffect">
                                  <p:stCondLst>
                                    <p:cond delay="0"/>
                                  </p:stCondLst>
                                  <p:childTnLst>
                                    <p:set>
                                      <p:cBhvr>
                                        <p:cTn id="31" dur="1" fill="hold">
                                          <p:stCondLst>
                                            <p:cond delay="0"/>
                                          </p:stCondLst>
                                        </p:cTn>
                                        <p:tgtEl>
                                          <p:spTgt spid="698"/>
                                        </p:tgtEl>
                                        <p:attrNameLst>
                                          <p:attrName>style.visibility</p:attrName>
                                        </p:attrNameLst>
                                      </p:cBhvr>
                                      <p:to>
                                        <p:strVal val="visible"/>
                                      </p:to>
                                    </p:set>
                                    <p:animEffect transition="in" filter="fade">
                                      <p:cBhvr>
                                        <p:cTn id="32" dur="500"/>
                                        <p:tgtEl>
                                          <p:spTgt spid="698"/>
                                        </p:tgtEl>
                                      </p:cBhvr>
                                    </p:animEffect>
                                  </p:childTnLst>
                                </p:cTn>
                              </p:par>
                              <p:par>
                                <p:cTn id="33" presetID="10" presetClass="entr" presetSubtype="0" fill="hold" nodeType="withEffect">
                                  <p:stCondLst>
                                    <p:cond delay="0"/>
                                  </p:stCondLst>
                                  <p:childTnLst>
                                    <p:set>
                                      <p:cBhvr>
                                        <p:cTn id="34" dur="1" fill="hold">
                                          <p:stCondLst>
                                            <p:cond delay="0"/>
                                          </p:stCondLst>
                                        </p:cTn>
                                        <p:tgtEl>
                                          <p:spTgt spid="699"/>
                                        </p:tgtEl>
                                        <p:attrNameLst>
                                          <p:attrName>style.visibility</p:attrName>
                                        </p:attrNameLst>
                                      </p:cBhvr>
                                      <p:to>
                                        <p:strVal val="visible"/>
                                      </p:to>
                                    </p:set>
                                    <p:animEffect transition="in" filter="fade">
                                      <p:cBhvr>
                                        <p:cTn id="35" dur="500"/>
                                        <p:tgtEl>
                                          <p:spTgt spid="699"/>
                                        </p:tgtEl>
                                      </p:cBhvr>
                                    </p:animEffect>
                                  </p:childTnLst>
                                </p:cTn>
                              </p:par>
                              <p:par>
                                <p:cTn id="36" presetID="10" presetClass="entr" presetSubtype="0" fill="hold" nodeType="withEffect">
                                  <p:stCondLst>
                                    <p:cond delay="0"/>
                                  </p:stCondLst>
                                  <p:childTnLst>
                                    <p:set>
                                      <p:cBhvr>
                                        <p:cTn id="37" dur="1" fill="hold">
                                          <p:stCondLst>
                                            <p:cond delay="0"/>
                                          </p:stCondLst>
                                        </p:cTn>
                                        <p:tgtEl>
                                          <p:spTgt spid="700"/>
                                        </p:tgtEl>
                                        <p:attrNameLst>
                                          <p:attrName>style.visibility</p:attrName>
                                        </p:attrNameLst>
                                      </p:cBhvr>
                                      <p:to>
                                        <p:strVal val="visible"/>
                                      </p:to>
                                    </p:set>
                                    <p:animEffect transition="in" filter="fade">
                                      <p:cBhvr>
                                        <p:cTn id="38" dur="500"/>
                                        <p:tgtEl>
                                          <p:spTgt spid="700"/>
                                        </p:tgtEl>
                                      </p:cBhvr>
                                    </p:animEffect>
                                  </p:childTnLst>
                                </p:cTn>
                              </p:par>
                              <p:par>
                                <p:cTn id="39" presetID="10" presetClass="entr" presetSubtype="0" fill="hold" nodeType="withEffect">
                                  <p:stCondLst>
                                    <p:cond delay="0"/>
                                  </p:stCondLst>
                                  <p:childTnLst>
                                    <p:set>
                                      <p:cBhvr>
                                        <p:cTn id="40" dur="1" fill="hold">
                                          <p:stCondLst>
                                            <p:cond delay="0"/>
                                          </p:stCondLst>
                                        </p:cTn>
                                        <p:tgtEl>
                                          <p:spTgt spid="701"/>
                                        </p:tgtEl>
                                        <p:attrNameLst>
                                          <p:attrName>style.visibility</p:attrName>
                                        </p:attrNameLst>
                                      </p:cBhvr>
                                      <p:to>
                                        <p:strVal val="visible"/>
                                      </p:to>
                                    </p:set>
                                    <p:animEffect transition="in" filter="fade">
                                      <p:cBhvr>
                                        <p:cTn id="41" dur="500"/>
                                        <p:tgtEl>
                                          <p:spTgt spid="701"/>
                                        </p:tgtEl>
                                      </p:cBhvr>
                                    </p:animEffect>
                                  </p:childTnLst>
                                </p:cTn>
                              </p:par>
                              <p:par>
                                <p:cTn id="42" presetID="10" presetClass="entr" presetSubtype="0" fill="hold" nodeType="withEffect">
                                  <p:stCondLst>
                                    <p:cond delay="0"/>
                                  </p:stCondLst>
                                  <p:childTnLst>
                                    <p:set>
                                      <p:cBhvr>
                                        <p:cTn id="43" dur="1" fill="hold">
                                          <p:stCondLst>
                                            <p:cond delay="0"/>
                                          </p:stCondLst>
                                        </p:cTn>
                                        <p:tgtEl>
                                          <p:spTgt spid="702"/>
                                        </p:tgtEl>
                                        <p:attrNameLst>
                                          <p:attrName>style.visibility</p:attrName>
                                        </p:attrNameLst>
                                      </p:cBhvr>
                                      <p:to>
                                        <p:strVal val="visible"/>
                                      </p:to>
                                    </p:set>
                                    <p:animEffect transition="in" filter="fade">
                                      <p:cBhvr>
                                        <p:cTn id="44" dur="500"/>
                                        <p:tgtEl>
                                          <p:spTgt spid="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4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b="1"/>
              <a:t>vm</a:t>
            </a:r>
            <a:r>
              <a:rPr lang="en-US"/>
              <a:t>ware(가상머신, 가상화 SW)</a:t>
            </a:r>
            <a:endParaRPr/>
          </a:p>
        </p:txBody>
      </p:sp>
      <p:sp>
        <p:nvSpPr>
          <p:cNvPr id="711" name="Google Shape;711;p4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cxnSp>
        <p:nvCxnSpPr>
          <p:cNvPr id="712" name="Google Shape;712;p44"/>
          <p:cNvCxnSpPr/>
          <p:nvPr/>
        </p:nvCxnSpPr>
        <p:spPr>
          <a:xfrm>
            <a:off x="1855698" y="3442449"/>
            <a:ext cx="9411858" cy="0"/>
          </a:xfrm>
          <a:prstGeom prst="straightConnector1">
            <a:avLst/>
          </a:prstGeom>
          <a:noFill/>
          <a:ln w="19050" cap="flat" cmpd="sng">
            <a:solidFill>
              <a:schemeClr val="lt1"/>
            </a:solidFill>
            <a:prstDash val="solid"/>
            <a:round/>
            <a:headEnd type="none" w="sm" len="sm"/>
            <a:tailEnd type="none" w="sm" len="sm"/>
          </a:ln>
        </p:spPr>
      </p:cxnSp>
      <p:cxnSp>
        <p:nvCxnSpPr>
          <p:cNvPr id="713" name="Google Shape;713;p44"/>
          <p:cNvCxnSpPr/>
          <p:nvPr/>
        </p:nvCxnSpPr>
        <p:spPr>
          <a:xfrm>
            <a:off x="159026" y="5423646"/>
            <a:ext cx="11126995" cy="0"/>
          </a:xfrm>
          <a:prstGeom prst="straightConnector1">
            <a:avLst/>
          </a:prstGeom>
          <a:noFill/>
          <a:ln w="19050" cap="flat" cmpd="sng">
            <a:solidFill>
              <a:schemeClr val="lt1"/>
            </a:solidFill>
            <a:prstDash val="solid"/>
            <a:round/>
            <a:headEnd type="none" w="sm" len="sm"/>
            <a:tailEnd type="none" w="sm" len="sm"/>
          </a:ln>
        </p:spPr>
      </p:cxnSp>
      <p:sp>
        <p:nvSpPr>
          <p:cNvPr id="714" name="Google Shape;714;p44"/>
          <p:cNvSpPr/>
          <p:nvPr/>
        </p:nvSpPr>
        <p:spPr>
          <a:xfrm>
            <a:off x="2339783" y="559594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715" name="Google Shape;715;p44"/>
          <p:cNvSpPr/>
          <p:nvPr/>
        </p:nvSpPr>
        <p:spPr>
          <a:xfrm>
            <a:off x="2339784" y="4742334"/>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716" name="Google Shape;716;p44"/>
          <p:cNvSpPr/>
          <p:nvPr/>
        </p:nvSpPr>
        <p:spPr>
          <a:xfrm>
            <a:off x="2339784" y="3494270"/>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717" name="Google Shape;717;p44"/>
          <p:cNvSpPr/>
          <p:nvPr/>
        </p:nvSpPr>
        <p:spPr>
          <a:xfrm>
            <a:off x="2339784" y="408244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sp>
        <p:nvSpPr>
          <p:cNvPr id="718" name="Google Shape;718;p44"/>
          <p:cNvSpPr/>
          <p:nvPr/>
        </p:nvSpPr>
        <p:spPr>
          <a:xfrm>
            <a:off x="2339784" y="1997159"/>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Process</a:t>
            </a:r>
            <a:endParaRPr sz="1800" b="1">
              <a:solidFill>
                <a:schemeClr val="dk1"/>
              </a:solidFill>
              <a:latin typeface="Sorts Mill Goudy"/>
              <a:ea typeface="Sorts Mill Goudy"/>
              <a:cs typeface="Sorts Mill Goudy"/>
              <a:sym typeface="Sorts Mill Goudy"/>
            </a:endParaRPr>
          </a:p>
        </p:txBody>
      </p:sp>
      <p:sp>
        <p:nvSpPr>
          <p:cNvPr id="719" name="Google Shape;719;p44"/>
          <p:cNvSpPr/>
          <p:nvPr/>
        </p:nvSpPr>
        <p:spPr>
          <a:xfrm>
            <a:off x="2339783" y="2913169"/>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Socket(File)</a:t>
            </a:r>
            <a:endParaRPr sz="1800" b="1">
              <a:solidFill>
                <a:schemeClr val="dk1"/>
              </a:solidFill>
              <a:latin typeface="Sorts Mill Goudy"/>
              <a:ea typeface="Sorts Mill Goudy"/>
              <a:cs typeface="Sorts Mill Goudy"/>
              <a:sym typeface="Sorts Mill Goudy"/>
            </a:endParaRPr>
          </a:p>
        </p:txBody>
      </p:sp>
      <p:pic>
        <p:nvPicPr>
          <p:cNvPr id="720" name="Google Shape;720;p44" descr="VMWare란"/>
          <p:cNvPicPr preferRelativeResize="0"/>
          <p:nvPr/>
        </p:nvPicPr>
        <p:blipFill rotWithShape="1">
          <a:blip r:embed="rId3">
            <a:alphaModFix/>
          </a:blip>
          <a:srcRect/>
          <a:stretch/>
        </p:blipFill>
        <p:spPr>
          <a:xfrm>
            <a:off x="533252" y="190249"/>
            <a:ext cx="2208271" cy="847773"/>
          </a:xfrm>
          <a:prstGeom prst="rect">
            <a:avLst/>
          </a:prstGeom>
          <a:noFill/>
          <a:ln>
            <a:noFill/>
          </a:ln>
        </p:spPr>
      </p:pic>
      <p:grpSp>
        <p:nvGrpSpPr>
          <p:cNvPr id="721" name="Google Shape;721;p44"/>
          <p:cNvGrpSpPr/>
          <p:nvPr/>
        </p:nvGrpSpPr>
        <p:grpSpPr>
          <a:xfrm>
            <a:off x="6840067" y="1997159"/>
            <a:ext cx="1674537" cy="877380"/>
            <a:chOff x="5513289" y="1762191"/>
            <a:chExt cx="2097746" cy="1312790"/>
          </a:xfrm>
        </p:grpSpPr>
        <p:sp>
          <p:nvSpPr>
            <p:cNvPr id="722" name="Google Shape;722;p44"/>
            <p:cNvSpPr/>
            <p:nvPr/>
          </p:nvSpPr>
          <p:spPr>
            <a:xfrm>
              <a:off x="5513290" y="1762191"/>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Process</a:t>
              </a:r>
              <a:endParaRPr sz="1200" b="1">
                <a:solidFill>
                  <a:schemeClr val="dk1"/>
                </a:solidFill>
                <a:latin typeface="Sorts Mill Goudy"/>
                <a:ea typeface="Sorts Mill Goudy"/>
                <a:cs typeface="Sorts Mill Goudy"/>
                <a:sym typeface="Sorts Mill Goudy"/>
              </a:endParaRPr>
            </a:p>
          </p:txBody>
        </p:sp>
        <p:sp>
          <p:nvSpPr>
            <p:cNvPr id="723" name="Google Shape;723;p44"/>
            <p:cNvSpPr/>
            <p:nvPr/>
          </p:nvSpPr>
          <p:spPr>
            <a:xfrm>
              <a:off x="5513289" y="2678201"/>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Socket(File)</a:t>
              </a:r>
              <a:endParaRPr sz="1200" b="1">
                <a:solidFill>
                  <a:schemeClr val="dk1"/>
                </a:solidFill>
                <a:latin typeface="Sorts Mill Goudy"/>
                <a:ea typeface="Sorts Mill Goudy"/>
                <a:cs typeface="Sorts Mill Goudy"/>
                <a:sym typeface="Sorts Mill Goudy"/>
              </a:endParaRPr>
            </a:p>
          </p:txBody>
        </p:sp>
      </p:grpSp>
      <p:grpSp>
        <p:nvGrpSpPr>
          <p:cNvPr id="724" name="Google Shape;724;p44"/>
          <p:cNvGrpSpPr/>
          <p:nvPr/>
        </p:nvGrpSpPr>
        <p:grpSpPr>
          <a:xfrm>
            <a:off x="9368114" y="1997159"/>
            <a:ext cx="1674537" cy="877380"/>
            <a:chOff x="5513289" y="1762191"/>
            <a:chExt cx="2097746" cy="1312790"/>
          </a:xfrm>
        </p:grpSpPr>
        <p:sp>
          <p:nvSpPr>
            <p:cNvPr id="725" name="Google Shape;725;p44"/>
            <p:cNvSpPr/>
            <p:nvPr/>
          </p:nvSpPr>
          <p:spPr>
            <a:xfrm>
              <a:off x="5513290" y="1762191"/>
              <a:ext cx="2097745" cy="891001"/>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Process</a:t>
              </a:r>
              <a:endParaRPr sz="1200" b="1">
                <a:solidFill>
                  <a:schemeClr val="dk1"/>
                </a:solidFill>
                <a:latin typeface="Sorts Mill Goudy"/>
                <a:ea typeface="Sorts Mill Goudy"/>
                <a:cs typeface="Sorts Mill Goudy"/>
                <a:sym typeface="Sorts Mill Goudy"/>
              </a:endParaRPr>
            </a:p>
          </p:txBody>
        </p:sp>
        <p:sp>
          <p:nvSpPr>
            <p:cNvPr id="726" name="Google Shape;726;p44"/>
            <p:cNvSpPr/>
            <p:nvPr/>
          </p:nvSpPr>
          <p:spPr>
            <a:xfrm>
              <a:off x="5513289" y="2678201"/>
              <a:ext cx="2097745" cy="396780"/>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chemeClr val="dk1"/>
                  </a:solidFill>
                  <a:latin typeface="Sorts Mill Goudy"/>
                  <a:ea typeface="Sorts Mill Goudy"/>
                  <a:cs typeface="Sorts Mill Goudy"/>
                  <a:sym typeface="Sorts Mill Goudy"/>
                </a:rPr>
                <a:t>Socket(File)</a:t>
              </a:r>
              <a:endParaRPr sz="1200" b="1">
                <a:solidFill>
                  <a:schemeClr val="dk1"/>
                </a:solidFill>
                <a:latin typeface="Sorts Mill Goudy"/>
                <a:ea typeface="Sorts Mill Goudy"/>
                <a:cs typeface="Sorts Mill Goudy"/>
                <a:sym typeface="Sorts Mill Goudy"/>
              </a:endParaRPr>
            </a:p>
          </p:txBody>
        </p:sp>
      </p:grpSp>
      <p:sp>
        <p:nvSpPr>
          <p:cNvPr id="727" name="Google Shape;727;p44"/>
          <p:cNvSpPr/>
          <p:nvPr/>
        </p:nvSpPr>
        <p:spPr>
          <a:xfrm>
            <a:off x="6840066" y="2995003"/>
            <a:ext cx="4202583" cy="352953"/>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Sorts Mill Goudy"/>
                <a:ea typeface="Sorts Mill Goudy"/>
                <a:cs typeface="Sorts Mill Goudy"/>
                <a:sym typeface="Sorts Mill Goudy"/>
              </a:rPr>
              <a:t>Docker Engine</a:t>
            </a:r>
            <a:endParaRPr sz="1600" b="1">
              <a:solidFill>
                <a:schemeClr val="dk1"/>
              </a:solidFill>
              <a:latin typeface="Sorts Mill Goudy"/>
              <a:ea typeface="Sorts Mill Goudy"/>
              <a:cs typeface="Sorts Mill Goudy"/>
              <a:sym typeface="Sorts Mill Goudy"/>
            </a:endParaRPr>
          </a:p>
        </p:txBody>
      </p:sp>
      <p:pic>
        <p:nvPicPr>
          <p:cNvPr id="728" name="Google Shape;728;p44"/>
          <p:cNvPicPr preferRelativeResize="0"/>
          <p:nvPr/>
        </p:nvPicPr>
        <p:blipFill rotWithShape="1">
          <a:blip r:embed="rId4">
            <a:alphaModFix/>
          </a:blip>
          <a:srcRect/>
          <a:stretch/>
        </p:blipFill>
        <p:spPr>
          <a:xfrm>
            <a:off x="2604516" y="1480762"/>
            <a:ext cx="1191196" cy="369332"/>
          </a:xfrm>
          <a:prstGeom prst="rect">
            <a:avLst/>
          </a:prstGeom>
          <a:noFill/>
          <a:ln>
            <a:noFill/>
          </a:ln>
        </p:spPr>
      </p:pic>
      <p:pic>
        <p:nvPicPr>
          <p:cNvPr id="729" name="Google Shape;729;p44"/>
          <p:cNvPicPr preferRelativeResize="0"/>
          <p:nvPr/>
        </p:nvPicPr>
        <p:blipFill rotWithShape="1">
          <a:blip r:embed="rId5">
            <a:alphaModFix/>
          </a:blip>
          <a:srcRect/>
          <a:stretch/>
        </p:blipFill>
        <p:spPr>
          <a:xfrm>
            <a:off x="9895836" y="1145417"/>
            <a:ext cx="755429" cy="731523"/>
          </a:xfrm>
          <a:prstGeom prst="rect">
            <a:avLst/>
          </a:prstGeom>
          <a:noFill/>
          <a:ln>
            <a:noFill/>
          </a:ln>
        </p:spPr>
      </p:pic>
      <p:pic>
        <p:nvPicPr>
          <p:cNvPr id="730" name="Google Shape;730;p44"/>
          <p:cNvPicPr preferRelativeResize="0"/>
          <p:nvPr/>
        </p:nvPicPr>
        <p:blipFill rotWithShape="1">
          <a:blip r:embed="rId6">
            <a:alphaModFix/>
          </a:blip>
          <a:srcRect/>
          <a:stretch/>
        </p:blipFill>
        <p:spPr>
          <a:xfrm>
            <a:off x="7021898" y="1261467"/>
            <a:ext cx="1253231" cy="559695"/>
          </a:xfrm>
          <a:prstGeom prst="rect">
            <a:avLst/>
          </a:prstGeom>
          <a:noFill/>
          <a:ln>
            <a:noFill/>
          </a:ln>
        </p:spPr>
      </p:pic>
      <p:sp>
        <p:nvSpPr>
          <p:cNvPr id="731" name="Google Shape;731;p44"/>
          <p:cNvSpPr txBox="1"/>
          <p:nvPr/>
        </p:nvSpPr>
        <p:spPr>
          <a:xfrm>
            <a:off x="312330" y="5419000"/>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H/W</a:t>
            </a:r>
            <a:endParaRPr sz="1800" b="1">
              <a:solidFill>
                <a:schemeClr val="lt1"/>
              </a:solidFill>
              <a:latin typeface="Sorts Mill Goudy"/>
              <a:ea typeface="Sorts Mill Goudy"/>
              <a:cs typeface="Sorts Mill Goudy"/>
              <a:sym typeface="Sorts Mill Goudy"/>
            </a:endParaRPr>
          </a:p>
        </p:txBody>
      </p:sp>
      <p:sp>
        <p:nvSpPr>
          <p:cNvPr id="732" name="Google Shape;732;p44"/>
          <p:cNvSpPr txBox="1"/>
          <p:nvPr/>
        </p:nvSpPr>
        <p:spPr>
          <a:xfrm>
            <a:off x="312330" y="2965107"/>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S/W</a:t>
            </a:r>
            <a:endParaRPr sz="1800" b="1">
              <a:solidFill>
                <a:schemeClr val="lt1"/>
              </a:solidFill>
              <a:latin typeface="Sorts Mill Goudy"/>
              <a:ea typeface="Sorts Mill Goudy"/>
              <a:cs typeface="Sorts Mill Goudy"/>
              <a:sym typeface="Sorts Mill Goudy"/>
            </a:endParaRPr>
          </a:p>
        </p:txBody>
      </p:sp>
      <p:sp>
        <p:nvSpPr>
          <p:cNvPr id="733" name="Google Shape;733;p44"/>
          <p:cNvSpPr/>
          <p:nvPr/>
        </p:nvSpPr>
        <p:spPr>
          <a:xfrm>
            <a:off x="1149349" y="1742502"/>
            <a:ext cx="355728" cy="3504197"/>
          </a:xfrm>
          <a:prstGeom prst="leftBrace">
            <a:avLst>
              <a:gd name="adj1" fmla="val 69802"/>
              <a:gd name="adj2" fmla="val 5000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734" name="Google Shape;734;p44"/>
          <p:cNvSpPr txBox="1"/>
          <p:nvPr/>
        </p:nvSpPr>
        <p:spPr>
          <a:xfrm>
            <a:off x="5756511" y="1613099"/>
            <a:ext cx="151807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Application</a:t>
            </a:r>
            <a:endParaRPr/>
          </a:p>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bin/lib</a:t>
            </a:r>
            <a:endParaRPr sz="1800" b="1">
              <a:solidFill>
                <a:schemeClr val="lt1"/>
              </a:solidFill>
              <a:latin typeface="Sorts Mill Goudy"/>
              <a:ea typeface="Sorts Mill Goudy"/>
              <a:cs typeface="Sorts Mill Goudy"/>
              <a:sym typeface="Sorts Mill Goudy"/>
            </a:endParaRPr>
          </a:p>
        </p:txBody>
      </p:sp>
      <p:sp>
        <p:nvSpPr>
          <p:cNvPr id="735" name="Google Shape;735;p44"/>
          <p:cNvSpPr txBox="1"/>
          <p:nvPr/>
        </p:nvSpPr>
        <p:spPr>
          <a:xfrm>
            <a:off x="8552484" y="1588551"/>
            <a:ext cx="151807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Application</a:t>
            </a:r>
            <a:endParaRPr/>
          </a:p>
          <a:p>
            <a:pPr marL="0" marR="0" lvl="0" indent="0" algn="l" rtl="0">
              <a:spcBef>
                <a:spcPts val="0"/>
              </a:spcBef>
              <a:spcAft>
                <a:spcPts val="0"/>
              </a:spcAft>
              <a:buNone/>
            </a:pPr>
            <a:r>
              <a:rPr lang="en-US" sz="1800" b="1">
                <a:solidFill>
                  <a:schemeClr val="lt1"/>
                </a:solidFill>
                <a:latin typeface="Sorts Mill Goudy"/>
                <a:ea typeface="Sorts Mill Goudy"/>
                <a:cs typeface="Sorts Mill Goudy"/>
                <a:sym typeface="Sorts Mill Goudy"/>
              </a:rPr>
              <a:t>bin/lib</a:t>
            </a:r>
            <a:endParaRPr sz="1800" b="1">
              <a:solidFill>
                <a:schemeClr val="lt1"/>
              </a:solidFill>
              <a:latin typeface="Sorts Mill Goudy"/>
              <a:ea typeface="Sorts Mill Goudy"/>
              <a:cs typeface="Sorts Mill Goudy"/>
              <a:sym typeface="Sorts Mill Goud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4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743" name="Google Shape;743;p45"/>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a:t>Introduction of Docker</a:t>
            </a:r>
            <a:endParaRPr/>
          </a:p>
          <a:p>
            <a:pPr marL="342900" lvl="0" indent="-306022" algn="l" rtl="0">
              <a:lnSpc>
                <a:spcPct val="200000"/>
              </a:lnSpc>
              <a:spcBef>
                <a:spcPts val="956"/>
              </a:spcBef>
              <a:spcAft>
                <a:spcPts val="0"/>
              </a:spcAft>
              <a:buSzPct val="70000"/>
              <a:buChar char="◈"/>
            </a:pPr>
            <a:r>
              <a:rPr lang="en-US"/>
              <a:t>Understanding Docker</a:t>
            </a:r>
            <a:endParaRPr/>
          </a:p>
          <a:p>
            <a:pPr marL="342900" lvl="0" indent="-306022" algn="l" rtl="0">
              <a:lnSpc>
                <a:spcPct val="200000"/>
              </a:lnSpc>
              <a:spcBef>
                <a:spcPts val="956"/>
              </a:spcBef>
              <a:spcAft>
                <a:spcPts val="0"/>
              </a:spcAft>
              <a:buSzPct val="70000"/>
              <a:buChar char="◈"/>
            </a:pPr>
            <a:r>
              <a:rPr lang="en-US"/>
              <a:t>Docker 실습하기</a:t>
            </a:r>
            <a:endParaRPr/>
          </a:p>
          <a:p>
            <a:pPr marL="342900" lvl="0" indent="-306022" algn="l" rtl="0">
              <a:lnSpc>
                <a:spcPct val="200000"/>
              </a:lnSpc>
              <a:spcBef>
                <a:spcPts val="956"/>
              </a:spcBef>
              <a:spcAft>
                <a:spcPts val="0"/>
              </a:spcAft>
              <a:buSzPct val="70000"/>
              <a:buChar char="◈"/>
            </a:pPr>
            <a:r>
              <a:rPr lang="en-US"/>
              <a:t>Docker 용어 및 개념 분류</a:t>
            </a:r>
            <a:endParaRPr/>
          </a:p>
          <a:p>
            <a:pPr marL="342900" lvl="0" indent="-306022" algn="l" rtl="0">
              <a:lnSpc>
                <a:spcPct val="200000"/>
              </a:lnSpc>
              <a:spcBef>
                <a:spcPts val="956"/>
              </a:spcBef>
              <a:spcAft>
                <a:spcPts val="0"/>
              </a:spcAft>
              <a:buSzPct val="70000"/>
              <a:buChar char="◈"/>
            </a:pPr>
            <a:r>
              <a:rPr lang="en-US"/>
              <a:t>Docker Mechanism</a:t>
            </a:r>
            <a:endParaRPr/>
          </a:p>
          <a:p>
            <a:pPr marL="342900" lvl="0" indent="-306022" algn="l" rtl="0">
              <a:lnSpc>
                <a:spcPct val="200000"/>
              </a:lnSpc>
              <a:spcBef>
                <a:spcPts val="956"/>
              </a:spcBef>
              <a:spcAft>
                <a:spcPts val="0"/>
              </a:spcAft>
              <a:buSzPct val="70000"/>
              <a:buChar char="◈"/>
            </a:pPr>
            <a:r>
              <a:rPr lang="en-US" b="1" u="sng">
                <a:solidFill>
                  <a:srgbClr val="FFFF00"/>
                </a:solidFill>
              </a:rPr>
              <a:t>Docker와 가상머신(VM)</a:t>
            </a:r>
            <a:endParaRPr/>
          </a:p>
          <a:p>
            <a:pPr marL="342900" lvl="0" indent="-306022" algn="l" rtl="0">
              <a:lnSpc>
                <a:spcPct val="200000"/>
              </a:lnSpc>
              <a:spcBef>
                <a:spcPts val="956"/>
              </a:spcBef>
              <a:spcAft>
                <a:spcPts val="0"/>
              </a:spcAft>
              <a:buSzPct val="70000"/>
              <a:buChar char="◈"/>
            </a:pPr>
            <a:r>
              <a:rPr lang="en-US"/>
              <a:t>2학기 개발환경 구성도</a:t>
            </a:r>
            <a:endParaRPr/>
          </a:p>
        </p:txBody>
      </p:sp>
      <p:sp>
        <p:nvSpPr>
          <p:cNvPr id="744" name="Google Shape;744;p4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749" name="Google Shape;749;p46"/>
          <p:cNvPicPr preferRelativeResize="0"/>
          <p:nvPr/>
        </p:nvPicPr>
        <p:blipFill rotWithShape="1">
          <a:blip r:embed="rId3">
            <a:alphaModFix/>
          </a:blip>
          <a:srcRect/>
          <a:stretch/>
        </p:blipFill>
        <p:spPr>
          <a:xfrm>
            <a:off x="1910873" y="1543148"/>
            <a:ext cx="8452327" cy="4615146"/>
          </a:xfrm>
          <a:prstGeom prst="rect">
            <a:avLst/>
          </a:prstGeom>
          <a:noFill/>
          <a:ln>
            <a:noFill/>
          </a:ln>
        </p:spPr>
      </p:pic>
      <p:sp>
        <p:nvSpPr>
          <p:cNvPr id="750" name="Google Shape;750;p4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VM-Installation</a:t>
            </a:r>
            <a:endParaRPr/>
          </a:p>
        </p:txBody>
      </p:sp>
      <p:sp>
        <p:nvSpPr>
          <p:cNvPr id="751" name="Google Shape;751;p4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752" name="Google Shape;752;p46"/>
          <p:cNvSpPr/>
          <p:nvPr/>
        </p:nvSpPr>
        <p:spPr>
          <a:xfrm>
            <a:off x="1548287" y="5232400"/>
            <a:ext cx="4314033" cy="766438"/>
          </a:xfrm>
          <a:prstGeom prst="rect">
            <a:avLst/>
          </a:prstGeom>
          <a:noFill/>
          <a:ln w="15875" cap="rnd"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753" name="Google Shape;753;p46"/>
          <p:cNvSpPr txBox="1"/>
          <p:nvPr/>
        </p:nvSpPr>
        <p:spPr>
          <a:xfrm>
            <a:off x="517367" y="914095"/>
            <a:ext cx="95300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https://www.vmware.com/kr/products/workstation-player/workstation-player-evaluation.html</a:t>
            </a:r>
            <a:r>
              <a:rPr lang="en-US" sz="1800">
                <a:solidFill>
                  <a:schemeClr val="lt1"/>
                </a:solidFill>
                <a:latin typeface="Sorts Mill Goudy"/>
                <a:ea typeface="Sorts Mill Goudy"/>
                <a:cs typeface="Sorts Mill Goudy"/>
                <a:sym typeface="Sorts Mill Goudy"/>
              </a:rPr>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4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b="1"/>
              <a:t>vm</a:t>
            </a:r>
            <a:r>
              <a:rPr lang="en-US"/>
              <a:t>ware(가상머신, 가상화 SW)</a:t>
            </a:r>
            <a:endParaRPr/>
          </a:p>
        </p:txBody>
      </p:sp>
      <p:sp>
        <p:nvSpPr>
          <p:cNvPr id="759" name="Google Shape;759;p4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cxnSp>
        <p:nvCxnSpPr>
          <p:cNvPr id="760" name="Google Shape;760;p47"/>
          <p:cNvCxnSpPr/>
          <p:nvPr/>
        </p:nvCxnSpPr>
        <p:spPr>
          <a:xfrm>
            <a:off x="1855698" y="3442449"/>
            <a:ext cx="2725267" cy="0"/>
          </a:xfrm>
          <a:prstGeom prst="straightConnector1">
            <a:avLst/>
          </a:prstGeom>
          <a:noFill/>
          <a:ln w="19050" cap="flat" cmpd="sng">
            <a:solidFill>
              <a:schemeClr val="lt1"/>
            </a:solidFill>
            <a:prstDash val="solid"/>
            <a:round/>
            <a:headEnd type="none" w="sm" len="sm"/>
            <a:tailEnd type="none" w="sm" len="sm"/>
          </a:ln>
        </p:spPr>
      </p:cxnSp>
      <p:cxnSp>
        <p:nvCxnSpPr>
          <p:cNvPr id="761" name="Google Shape;761;p47"/>
          <p:cNvCxnSpPr/>
          <p:nvPr/>
        </p:nvCxnSpPr>
        <p:spPr>
          <a:xfrm>
            <a:off x="159026" y="5423646"/>
            <a:ext cx="11126995" cy="0"/>
          </a:xfrm>
          <a:prstGeom prst="straightConnector1">
            <a:avLst/>
          </a:prstGeom>
          <a:noFill/>
          <a:ln w="19050" cap="flat" cmpd="sng">
            <a:solidFill>
              <a:schemeClr val="lt1"/>
            </a:solidFill>
            <a:prstDash val="solid"/>
            <a:round/>
            <a:headEnd type="none" w="sm" len="sm"/>
            <a:tailEnd type="none" w="sm" len="sm"/>
          </a:ln>
        </p:spPr>
      </p:cxnSp>
      <p:pic>
        <p:nvPicPr>
          <p:cNvPr id="762" name="Google Shape;762;p47" descr="VMWare란"/>
          <p:cNvPicPr preferRelativeResize="0"/>
          <p:nvPr/>
        </p:nvPicPr>
        <p:blipFill rotWithShape="1">
          <a:blip r:embed="rId3">
            <a:alphaModFix/>
          </a:blip>
          <a:srcRect/>
          <a:stretch/>
        </p:blipFill>
        <p:spPr>
          <a:xfrm>
            <a:off x="533252" y="190249"/>
            <a:ext cx="2208271" cy="847773"/>
          </a:xfrm>
          <a:prstGeom prst="rect">
            <a:avLst/>
          </a:prstGeom>
          <a:noFill/>
          <a:ln>
            <a:noFill/>
          </a:ln>
        </p:spPr>
      </p:pic>
      <p:pic>
        <p:nvPicPr>
          <p:cNvPr id="763" name="Google Shape;763;p47"/>
          <p:cNvPicPr preferRelativeResize="0"/>
          <p:nvPr/>
        </p:nvPicPr>
        <p:blipFill rotWithShape="1">
          <a:blip r:embed="rId4">
            <a:alphaModFix/>
          </a:blip>
          <a:srcRect/>
          <a:stretch/>
        </p:blipFill>
        <p:spPr>
          <a:xfrm>
            <a:off x="2145925" y="2653945"/>
            <a:ext cx="1191196" cy="369332"/>
          </a:xfrm>
          <a:prstGeom prst="rect">
            <a:avLst/>
          </a:prstGeom>
          <a:noFill/>
          <a:ln>
            <a:noFill/>
          </a:ln>
        </p:spPr>
      </p:pic>
      <p:pic>
        <p:nvPicPr>
          <p:cNvPr id="764" name="Google Shape;764;p47"/>
          <p:cNvPicPr preferRelativeResize="0"/>
          <p:nvPr/>
        </p:nvPicPr>
        <p:blipFill rotWithShape="1">
          <a:blip r:embed="rId5">
            <a:alphaModFix/>
          </a:blip>
          <a:srcRect/>
          <a:stretch/>
        </p:blipFill>
        <p:spPr>
          <a:xfrm>
            <a:off x="9561427" y="2243246"/>
            <a:ext cx="755429" cy="731523"/>
          </a:xfrm>
          <a:prstGeom prst="rect">
            <a:avLst/>
          </a:prstGeom>
          <a:noFill/>
          <a:ln>
            <a:noFill/>
          </a:ln>
        </p:spPr>
      </p:pic>
      <p:pic>
        <p:nvPicPr>
          <p:cNvPr id="765" name="Google Shape;765;p47"/>
          <p:cNvPicPr preferRelativeResize="0"/>
          <p:nvPr/>
        </p:nvPicPr>
        <p:blipFill rotWithShape="1">
          <a:blip r:embed="rId6">
            <a:alphaModFix/>
          </a:blip>
          <a:srcRect/>
          <a:stretch/>
        </p:blipFill>
        <p:spPr>
          <a:xfrm>
            <a:off x="7763716" y="2374098"/>
            <a:ext cx="1253231" cy="559695"/>
          </a:xfrm>
          <a:prstGeom prst="rect">
            <a:avLst/>
          </a:prstGeom>
          <a:noFill/>
          <a:ln>
            <a:noFill/>
          </a:ln>
        </p:spPr>
      </p:pic>
      <p:sp>
        <p:nvSpPr>
          <p:cNvPr id="766" name="Google Shape;766;p47"/>
          <p:cNvSpPr txBox="1"/>
          <p:nvPr/>
        </p:nvSpPr>
        <p:spPr>
          <a:xfrm>
            <a:off x="312330" y="5419000"/>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H/W</a:t>
            </a:r>
            <a:endParaRPr sz="1800" b="1">
              <a:solidFill>
                <a:schemeClr val="lt1"/>
              </a:solidFill>
              <a:latin typeface="Sorts Mill Goudy"/>
              <a:ea typeface="Sorts Mill Goudy"/>
              <a:cs typeface="Sorts Mill Goudy"/>
              <a:sym typeface="Sorts Mill Goudy"/>
            </a:endParaRPr>
          </a:p>
        </p:txBody>
      </p:sp>
      <p:sp>
        <p:nvSpPr>
          <p:cNvPr id="767" name="Google Shape;767;p47"/>
          <p:cNvSpPr txBox="1"/>
          <p:nvPr/>
        </p:nvSpPr>
        <p:spPr>
          <a:xfrm>
            <a:off x="261843" y="3347956"/>
            <a:ext cx="887506"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lt1"/>
                </a:solidFill>
                <a:latin typeface="Sorts Mill Goudy"/>
                <a:ea typeface="Sorts Mill Goudy"/>
                <a:cs typeface="Sorts Mill Goudy"/>
                <a:sym typeface="Sorts Mill Goudy"/>
              </a:rPr>
              <a:t>S/W</a:t>
            </a:r>
            <a:endParaRPr sz="1800" b="1">
              <a:solidFill>
                <a:schemeClr val="lt1"/>
              </a:solidFill>
              <a:latin typeface="Sorts Mill Goudy"/>
              <a:ea typeface="Sorts Mill Goudy"/>
              <a:cs typeface="Sorts Mill Goudy"/>
              <a:sym typeface="Sorts Mill Goudy"/>
            </a:endParaRPr>
          </a:p>
        </p:txBody>
      </p:sp>
      <p:sp>
        <p:nvSpPr>
          <p:cNvPr id="768" name="Google Shape;768;p47"/>
          <p:cNvSpPr/>
          <p:nvPr/>
        </p:nvSpPr>
        <p:spPr>
          <a:xfrm>
            <a:off x="1149349" y="2447367"/>
            <a:ext cx="355728" cy="2799332"/>
          </a:xfrm>
          <a:prstGeom prst="leftBrace">
            <a:avLst>
              <a:gd name="adj1" fmla="val 69802"/>
              <a:gd name="adj2" fmla="val 50000"/>
            </a:avLst>
          </a:prstGeom>
          <a:no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769" name="Google Shape;769;p47"/>
          <p:cNvPicPr preferRelativeResize="0"/>
          <p:nvPr/>
        </p:nvPicPr>
        <p:blipFill rotWithShape="1">
          <a:blip r:embed="rId7">
            <a:alphaModFix/>
          </a:blip>
          <a:srcRect/>
          <a:stretch/>
        </p:blipFill>
        <p:spPr>
          <a:xfrm>
            <a:off x="3518604" y="2424833"/>
            <a:ext cx="593892" cy="597084"/>
          </a:xfrm>
          <a:prstGeom prst="rect">
            <a:avLst/>
          </a:prstGeom>
          <a:noFill/>
          <a:ln>
            <a:noFill/>
          </a:ln>
        </p:spPr>
      </p:pic>
      <p:pic>
        <p:nvPicPr>
          <p:cNvPr id="770" name="Google Shape;770;p47" descr="윈도우10 WSL 2 설치하기"/>
          <p:cNvPicPr preferRelativeResize="0"/>
          <p:nvPr/>
        </p:nvPicPr>
        <p:blipFill rotWithShape="1">
          <a:blip r:embed="rId8">
            <a:alphaModFix/>
          </a:blip>
          <a:srcRect/>
          <a:stretch/>
        </p:blipFill>
        <p:spPr>
          <a:xfrm>
            <a:off x="7302278" y="3464184"/>
            <a:ext cx="3429337" cy="1929002"/>
          </a:xfrm>
          <a:prstGeom prst="rect">
            <a:avLst/>
          </a:prstGeom>
          <a:noFill/>
          <a:ln>
            <a:noFill/>
          </a:ln>
        </p:spPr>
      </p:pic>
      <p:sp>
        <p:nvSpPr>
          <p:cNvPr id="771" name="Google Shape;771;p47"/>
          <p:cNvSpPr/>
          <p:nvPr/>
        </p:nvSpPr>
        <p:spPr>
          <a:xfrm>
            <a:off x="7351338" y="3058117"/>
            <a:ext cx="3162673" cy="352953"/>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Sorts Mill Goudy"/>
                <a:ea typeface="Sorts Mill Goudy"/>
                <a:cs typeface="Sorts Mill Goudy"/>
                <a:sym typeface="Sorts Mill Goudy"/>
              </a:rPr>
              <a:t>Ubuntu Docker Engine</a:t>
            </a:r>
            <a:endParaRPr sz="1600" b="1">
              <a:solidFill>
                <a:schemeClr val="dk1"/>
              </a:solidFill>
              <a:latin typeface="Sorts Mill Goudy"/>
              <a:ea typeface="Sorts Mill Goudy"/>
              <a:cs typeface="Sorts Mill Goudy"/>
              <a:sym typeface="Sorts Mill Goudy"/>
            </a:endParaRPr>
          </a:p>
        </p:txBody>
      </p:sp>
      <p:pic>
        <p:nvPicPr>
          <p:cNvPr id="772" name="Google Shape;772;p47"/>
          <p:cNvPicPr preferRelativeResize="0"/>
          <p:nvPr/>
        </p:nvPicPr>
        <p:blipFill rotWithShape="1">
          <a:blip r:embed="rId9">
            <a:alphaModFix/>
          </a:blip>
          <a:srcRect/>
          <a:stretch/>
        </p:blipFill>
        <p:spPr>
          <a:xfrm>
            <a:off x="5094708" y="2609007"/>
            <a:ext cx="1502778" cy="300556"/>
          </a:xfrm>
          <a:prstGeom prst="rect">
            <a:avLst/>
          </a:prstGeom>
          <a:noFill/>
          <a:ln>
            <a:noFill/>
          </a:ln>
        </p:spPr>
      </p:pic>
      <p:sp>
        <p:nvSpPr>
          <p:cNvPr id="773" name="Google Shape;773;p47"/>
          <p:cNvSpPr/>
          <p:nvPr/>
        </p:nvSpPr>
        <p:spPr>
          <a:xfrm>
            <a:off x="2052913" y="5595943"/>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NIC</a:t>
            </a:r>
            <a:endParaRPr/>
          </a:p>
          <a:p>
            <a:pPr marL="0" marR="0" lvl="0" indent="0" algn="ctr" rtl="0">
              <a:spcBef>
                <a:spcPts val="0"/>
              </a:spcBef>
              <a:spcAft>
                <a:spcPts val="0"/>
              </a:spcAft>
              <a:buNone/>
            </a:pPr>
            <a:r>
              <a:rPr lang="en-US" sz="1400" b="1">
                <a:solidFill>
                  <a:schemeClr val="dk1"/>
                </a:solidFill>
                <a:latin typeface="Sorts Mill Goudy"/>
                <a:ea typeface="Sorts Mill Goudy"/>
                <a:cs typeface="Sorts Mill Goudy"/>
                <a:sym typeface="Sorts Mill Goudy"/>
              </a:rPr>
              <a:t>(Network Interface Card)</a:t>
            </a:r>
            <a:endParaRPr sz="1400" b="1">
              <a:solidFill>
                <a:schemeClr val="dk1"/>
              </a:solidFill>
              <a:latin typeface="Sorts Mill Goudy"/>
              <a:ea typeface="Sorts Mill Goudy"/>
              <a:cs typeface="Sorts Mill Goudy"/>
              <a:sym typeface="Sorts Mill Goudy"/>
            </a:endParaRPr>
          </a:p>
        </p:txBody>
      </p:sp>
      <p:sp>
        <p:nvSpPr>
          <p:cNvPr id="774" name="Google Shape;774;p47"/>
          <p:cNvSpPr/>
          <p:nvPr/>
        </p:nvSpPr>
        <p:spPr>
          <a:xfrm>
            <a:off x="2052914" y="4742334"/>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Driver</a:t>
            </a:r>
            <a:endParaRPr sz="1800" b="1">
              <a:solidFill>
                <a:schemeClr val="dk1"/>
              </a:solidFill>
              <a:latin typeface="Sorts Mill Goudy"/>
              <a:ea typeface="Sorts Mill Goudy"/>
              <a:cs typeface="Sorts Mill Goudy"/>
              <a:sym typeface="Sorts Mill Goudy"/>
            </a:endParaRPr>
          </a:p>
        </p:txBody>
      </p:sp>
      <p:sp>
        <p:nvSpPr>
          <p:cNvPr id="775" name="Google Shape;775;p47"/>
          <p:cNvSpPr/>
          <p:nvPr/>
        </p:nvSpPr>
        <p:spPr>
          <a:xfrm>
            <a:off x="2052914" y="3494270"/>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TCP</a:t>
            </a:r>
            <a:endParaRPr sz="1800" b="1">
              <a:solidFill>
                <a:schemeClr val="dk1"/>
              </a:solidFill>
              <a:latin typeface="Sorts Mill Goudy"/>
              <a:ea typeface="Sorts Mill Goudy"/>
              <a:cs typeface="Sorts Mill Goudy"/>
              <a:sym typeface="Sorts Mill Goudy"/>
            </a:endParaRPr>
          </a:p>
        </p:txBody>
      </p:sp>
      <p:sp>
        <p:nvSpPr>
          <p:cNvPr id="776" name="Google Shape;776;p47"/>
          <p:cNvSpPr/>
          <p:nvPr/>
        </p:nvSpPr>
        <p:spPr>
          <a:xfrm>
            <a:off x="2052914" y="4082445"/>
            <a:ext cx="2097745" cy="602603"/>
          </a:xfrm>
          <a:prstGeom prst="rect">
            <a:avLst/>
          </a:prstGeom>
          <a:solidFill>
            <a:srgbClr val="A5A5A5"/>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Sorts Mill Goudy"/>
                <a:ea typeface="Sorts Mill Goudy"/>
                <a:cs typeface="Sorts Mill Goudy"/>
                <a:sym typeface="Sorts Mill Goudy"/>
              </a:rPr>
              <a:t>IP</a:t>
            </a:r>
            <a:endParaRPr sz="1800" b="1">
              <a:solidFill>
                <a:schemeClr val="dk1"/>
              </a:solidFill>
              <a:latin typeface="Sorts Mill Goudy"/>
              <a:ea typeface="Sorts Mill Goudy"/>
              <a:cs typeface="Sorts Mill Goudy"/>
              <a:sym typeface="Sorts Mill Goudy"/>
            </a:endParaRPr>
          </a:p>
        </p:txBody>
      </p:sp>
      <p:cxnSp>
        <p:nvCxnSpPr>
          <p:cNvPr id="777" name="Google Shape;777;p47"/>
          <p:cNvCxnSpPr/>
          <p:nvPr/>
        </p:nvCxnSpPr>
        <p:spPr>
          <a:xfrm rot="10800000" flipH="1">
            <a:off x="7028329" y="3429000"/>
            <a:ext cx="4185000" cy="26137"/>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pic>
        <p:nvPicPr>
          <p:cNvPr id="782" name="Google Shape;782;p48"/>
          <p:cNvPicPr preferRelativeResize="0"/>
          <p:nvPr/>
        </p:nvPicPr>
        <p:blipFill rotWithShape="1">
          <a:blip r:embed="rId3">
            <a:alphaModFix/>
          </a:blip>
          <a:srcRect/>
          <a:stretch/>
        </p:blipFill>
        <p:spPr>
          <a:xfrm>
            <a:off x="141391" y="1734216"/>
            <a:ext cx="12050609" cy="4440544"/>
          </a:xfrm>
          <a:prstGeom prst="rect">
            <a:avLst/>
          </a:prstGeom>
          <a:noFill/>
          <a:ln>
            <a:noFill/>
          </a:ln>
        </p:spPr>
      </p:pic>
      <p:sp>
        <p:nvSpPr>
          <p:cNvPr id="783" name="Google Shape;783;p4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b="1"/>
              <a:t>Container Evolution</a:t>
            </a:r>
            <a:endParaRPr/>
          </a:p>
        </p:txBody>
      </p:sp>
      <p:sp>
        <p:nvSpPr>
          <p:cNvPr id="784" name="Google Shape;784;p4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
        <p:nvSpPr>
          <p:cNvPr id="785" name="Google Shape;785;p48"/>
          <p:cNvSpPr txBox="1"/>
          <p:nvPr/>
        </p:nvSpPr>
        <p:spPr>
          <a:xfrm>
            <a:off x="494138" y="5721588"/>
            <a:ext cx="60960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sng">
                <a:solidFill>
                  <a:schemeClr val="lt1"/>
                </a:solidFill>
                <a:latin typeface="Arial"/>
                <a:ea typeface="Arial"/>
                <a:cs typeface="Arial"/>
                <a:sym typeface="Arial"/>
                <a:hlinkClick r:id="rId4">
                  <a:extLst>
                    <a:ext uri="{A12FA001-AC4F-418D-AE19-62706E023703}">
                      <ahyp:hlinkClr xmlns:ahyp="http://schemas.microsoft.com/office/drawing/2018/hyperlinkcolor" val="tx"/>
                    </a:ext>
                  </a:extLst>
                </a:hlinkClick>
              </a:rPr>
              <a:t>https://kubernetes.io/docs/concepts/overview/</a:t>
            </a:r>
            <a:r>
              <a:rPr lang="en-US" sz="1200" b="0" i="0">
                <a:solidFill>
                  <a:schemeClr val="lt1"/>
                </a:solidFill>
                <a:latin typeface="Arial"/>
                <a:ea typeface="Arial"/>
                <a:cs typeface="Arial"/>
                <a:sym typeface="Arial"/>
              </a:rPr>
              <a:t> </a:t>
            </a:r>
            <a:endParaRPr sz="1200">
              <a:solidFill>
                <a:schemeClr val="lt1"/>
              </a:solidFill>
              <a:latin typeface="Sorts Mill Goudy"/>
              <a:ea typeface="Sorts Mill Goudy"/>
              <a:cs typeface="Sorts Mill Goudy"/>
              <a:sym typeface="Sorts Mill Goudy"/>
            </a:endParaRPr>
          </a:p>
        </p:txBody>
      </p:sp>
      <p:sp>
        <p:nvSpPr>
          <p:cNvPr id="786" name="Google Shape;786;p48" descr="Deployment evolution"/>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787" name="Google Shape;787;p48"/>
          <p:cNvSpPr txBox="1"/>
          <p:nvPr/>
        </p:nvSpPr>
        <p:spPr>
          <a:xfrm>
            <a:off x="331089" y="997912"/>
            <a:ext cx="9736276"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chemeClr val="lt1"/>
                </a:solidFill>
                <a:latin typeface="Arial"/>
                <a:ea typeface="Arial"/>
                <a:cs typeface="Arial"/>
                <a:sym typeface="Arial"/>
              </a:rPr>
              <a:t>쿠버네티스와 컨테이너, 도커에 대한 기본개념 </a:t>
            </a:r>
            <a:r>
              <a:rPr lang="en-US" sz="1200" i="0">
                <a:solidFill>
                  <a:schemeClr val="lt1"/>
                </a:solidFill>
                <a:latin typeface="Arial"/>
                <a:ea typeface="Arial"/>
                <a:cs typeface="Arial"/>
                <a:sym typeface="Arial"/>
              </a:rPr>
              <a:t>(</a:t>
            </a:r>
            <a:r>
              <a:rPr lang="en-US" sz="1200" i="0" u="sng">
                <a:solidFill>
                  <a:schemeClr val="lt1"/>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https://www.samsungsds.com/kr/insights/220222_kubernetes1.html</a:t>
            </a:r>
            <a:r>
              <a:rPr lang="en-US" sz="1200" i="0">
                <a:solidFill>
                  <a:schemeClr val="lt1"/>
                </a:solidFill>
                <a:latin typeface="Arial"/>
                <a:ea typeface="Arial"/>
                <a:cs typeface="Arial"/>
                <a:sym typeface="Arial"/>
              </a:rPr>
              <a:t> )</a:t>
            </a:r>
            <a:endParaRPr sz="1800" i="0">
              <a:solidFill>
                <a:schemeClr val="lt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Contents</a:t>
            </a:r>
            <a:endParaRPr/>
          </a:p>
        </p:txBody>
      </p:sp>
      <p:sp>
        <p:nvSpPr>
          <p:cNvPr id="795" name="Google Shape;795;p49"/>
          <p:cNvSpPr txBox="1">
            <a:spLocks noGrp="1"/>
          </p:cNvSpPr>
          <p:nvPr>
            <p:ph type="body" idx="1"/>
          </p:nvPr>
        </p:nvSpPr>
        <p:spPr>
          <a:xfrm>
            <a:off x="913795" y="1127463"/>
            <a:ext cx="10353761" cy="4490912"/>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fontScale="77500" lnSpcReduction="20000"/>
          </a:bodyPr>
          <a:lstStyle/>
          <a:p>
            <a:pPr marL="342900" lvl="0" indent="-306022" algn="l" rtl="0">
              <a:lnSpc>
                <a:spcPct val="200000"/>
              </a:lnSpc>
              <a:spcBef>
                <a:spcPts val="0"/>
              </a:spcBef>
              <a:spcAft>
                <a:spcPts val="0"/>
              </a:spcAft>
              <a:buSzPct val="70000"/>
              <a:buChar char="◈"/>
            </a:pPr>
            <a:r>
              <a:rPr lang="en-US"/>
              <a:t>Introduction of Docker</a:t>
            </a:r>
            <a:endParaRPr/>
          </a:p>
          <a:p>
            <a:pPr marL="342900" lvl="0" indent="-306022" algn="l" rtl="0">
              <a:lnSpc>
                <a:spcPct val="200000"/>
              </a:lnSpc>
              <a:spcBef>
                <a:spcPts val="956"/>
              </a:spcBef>
              <a:spcAft>
                <a:spcPts val="0"/>
              </a:spcAft>
              <a:buSzPct val="70000"/>
              <a:buChar char="◈"/>
            </a:pPr>
            <a:r>
              <a:rPr lang="en-US"/>
              <a:t>Understanding Docker</a:t>
            </a:r>
            <a:endParaRPr/>
          </a:p>
          <a:p>
            <a:pPr marL="342900" lvl="0" indent="-306022" algn="l" rtl="0">
              <a:lnSpc>
                <a:spcPct val="200000"/>
              </a:lnSpc>
              <a:spcBef>
                <a:spcPts val="956"/>
              </a:spcBef>
              <a:spcAft>
                <a:spcPts val="0"/>
              </a:spcAft>
              <a:buSzPct val="70000"/>
              <a:buChar char="◈"/>
            </a:pPr>
            <a:r>
              <a:rPr lang="en-US"/>
              <a:t>Docker 실습하기</a:t>
            </a:r>
            <a:endParaRPr/>
          </a:p>
          <a:p>
            <a:pPr marL="342900" lvl="0" indent="-306022" algn="l" rtl="0">
              <a:lnSpc>
                <a:spcPct val="200000"/>
              </a:lnSpc>
              <a:spcBef>
                <a:spcPts val="956"/>
              </a:spcBef>
              <a:spcAft>
                <a:spcPts val="0"/>
              </a:spcAft>
              <a:buSzPct val="70000"/>
              <a:buChar char="◈"/>
            </a:pPr>
            <a:r>
              <a:rPr lang="en-US"/>
              <a:t>Docker 용어 및 개념 분류</a:t>
            </a:r>
            <a:endParaRPr/>
          </a:p>
          <a:p>
            <a:pPr marL="342900" lvl="0" indent="-306022" algn="l" rtl="0">
              <a:lnSpc>
                <a:spcPct val="200000"/>
              </a:lnSpc>
              <a:spcBef>
                <a:spcPts val="956"/>
              </a:spcBef>
              <a:spcAft>
                <a:spcPts val="0"/>
              </a:spcAft>
              <a:buSzPct val="70000"/>
              <a:buChar char="◈"/>
            </a:pPr>
            <a:r>
              <a:rPr lang="en-US"/>
              <a:t>Docker Mechanism</a:t>
            </a:r>
            <a:endParaRPr/>
          </a:p>
          <a:p>
            <a:pPr marL="342900" lvl="0" indent="-306022" algn="l" rtl="0">
              <a:lnSpc>
                <a:spcPct val="200000"/>
              </a:lnSpc>
              <a:spcBef>
                <a:spcPts val="956"/>
              </a:spcBef>
              <a:spcAft>
                <a:spcPts val="0"/>
              </a:spcAft>
              <a:buSzPct val="70000"/>
              <a:buChar char="◈"/>
            </a:pPr>
            <a:r>
              <a:rPr lang="en-US"/>
              <a:t>Docker와 가상머신(VM)</a:t>
            </a:r>
            <a:endParaRPr/>
          </a:p>
          <a:p>
            <a:pPr marL="342900" lvl="0" indent="-306022" algn="l" rtl="0">
              <a:lnSpc>
                <a:spcPct val="200000"/>
              </a:lnSpc>
              <a:spcBef>
                <a:spcPts val="956"/>
              </a:spcBef>
              <a:spcAft>
                <a:spcPts val="0"/>
              </a:spcAft>
              <a:buSzPct val="70000"/>
              <a:buChar char="◈"/>
            </a:pPr>
            <a:r>
              <a:rPr lang="en-US" b="1" u="sng">
                <a:solidFill>
                  <a:srgbClr val="FFFF00"/>
                </a:solidFill>
              </a:rPr>
              <a:t>2학기 개발환경 구성도</a:t>
            </a:r>
            <a:endParaRPr b="1" u="sng">
              <a:solidFill>
                <a:srgbClr val="FFFF00"/>
              </a:solidFill>
            </a:endParaRPr>
          </a:p>
        </p:txBody>
      </p:sp>
      <p:sp>
        <p:nvSpPr>
          <p:cNvPr id="796" name="Google Shape;796;p4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50"/>
          <p:cNvSpPr/>
          <p:nvPr/>
        </p:nvSpPr>
        <p:spPr>
          <a:xfrm>
            <a:off x="484093" y="3562295"/>
            <a:ext cx="4025155" cy="1603840"/>
          </a:xfrm>
          <a:prstGeom prst="rect">
            <a:avLst/>
          </a:prstGeom>
          <a:solidFill>
            <a:schemeClr val="accent1"/>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VS code </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Python</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Virtual Environment(venv)</a:t>
            </a:r>
            <a:endParaRPr sz="1800">
              <a:solidFill>
                <a:schemeClr val="lt1"/>
              </a:solidFill>
              <a:latin typeface="Times New Roman"/>
              <a:ea typeface="Times New Roman"/>
              <a:cs typeface="Times New Roman"/>
              <a:sym typeface="Times New Roman"/>
            </a:endParaRPr>
          </a:p>
        </p:txBody>
      </p:sp>
      <p:sp>
        <p:nvSpPr>
          <p:cNvPr id="802" name="Google Shape;802;p50"/>
          <p:cNvSpPr/>
          <p:nvPr/>
        </p:nvSpPr>
        <p:spPr>
          <a:xfrm>
            <a:off x="7512421" y="3559522"/>
            <a:ext cx="4025155" cy="1606613"/>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WSL</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Docker</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Ubuntu</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Apache Airflow</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Times New Roman"/>
                <a:ea typeface="Times New Roman"/>
                <a:cs typeface="Times New Roman"/>
                <a:sym typeface="Times New Roman"/>
              </a:rPr>
              <a:t>Bash Shell Script</a:t>
            </a:r>
            <a:endParaRPr sz="1800">
              <a:solidFill>
                <a:schemeClr val="lt1"/>
              </a:solidFill>
              <a:latin typeface="Times New Roman"/>
              <a:ea typeface="Times New Roman"/>
              <a:cs typeface="Times New Roman"/>
              <a:sym typeface="Times New Roman"/>
            </a:endParaRPr>
          </a:p>
        </p:txBody>
      </p:sp>
      <p:cxnSp>
        <p:nvCxnSpPr>
          <p:cNvPr id="803" name="Google Shape;803;p50"/>
          <p:cNvCxnSpPr>
            <a:stCxn id="804" idx="0"/>
            <a:endCxn id="805" idx="1"/>
          </p:cNvCxnSpPr>
          <p:nvPr/>
        </p:nvCxnSpPr>
        <p:spPr>
          <a:xfrm rot="-5400000">
            <a:off x="3296484" y="1756984"/>
            <a:ext cx="1953600" cy="2390400"/>
          </a:xfrm>
          <a:prstGeom prst="bentConnector2">
            <a:avLst/>
          </a:prstGeom>
          <a:noFill/>
          <a:ln w="9525" cap="rnd" cmpd="sng">
            <a:solidFill>
              <a:schemeClr val="lt1"/>
            </a:solidFill>
            <a:prstDash val="solid"/>
            <a:round/>
            <a:headEnd type="triangle" w="med" len="med"/>
            <a:tailEnd type="triangle" w="med" len="med"/>
          </a:ln>
        </p:spPr>
      </p:cxnSp>
      <p:sp>
        <p:nvSpPr>
          <p:cNvPr id="806" name="Google Shape;806;p5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개발 환경 구성도</a:t>
            </a:r>
            <a:endParaRPr/>
          </a:p>
        </p:txBody>
      </p:sp>
      <p:sp>
        <p:nvSpPr>
          <p:cNvPr id="807" name="Google Shape;807;p5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pic>
        <p:nvPicPr>
          <p:cNvPr id="805" name="Google Shape;805;p50"/>
          <p:cNvPicPr preferRelativeResize="0"/>
          <p:nvPr/>
        </p:nvPicPr>
        <p:blipFill rotWithShape="1">
          <a:blip r:embed="rId3">
            <a:alphaModFix/>
          </a:blip>
          <a:srcRect/>
          <a:stretch/>
        </p:blipFill>
        <p:spPr>
          <a:xfrm>
            <a:off x="5468470" y="1735526"/>
            <a:ext cx="1030941" cy="479424"/>
          </a:xfrm>
          <a:prstGeom prst="rect">
            <a:avLst/>
          </a:prstGeom>
          <a:noFill/>
          <a:ln>
            <a:noFill/>
          </a:ln>
        </p:spPr>
      </p:pic>
      <p:cxnSp>
        <p:nvCxnSpPr>
          <p:cNvPr id="808" name="Google Shape;808;p50"/>
          <p:cNvCxnSpPr>
            <a:stCxn id="809" idx="0"/>
            <a:endCxn id="805" idx="3"/>
          </p:cNvCxnSpPr>
          <p:nvPr/>
        </p:nvCxnSpPr>
        <p:spPr>
          <a:xfrm rot="5400000" flipH="1">
            <a:off x="7018343" y="1456384"/>
            <a:ext cx="1953600" cy="2991600"/>
          </a:xfrm>
          <a:prstGeom prst="bentConnector2">
            <a:avLst/>
          </a:prstGeom>
          <a:noFill/>
          <a:ln w="9525" cap="rnd" cmpd="sng">
            <a:solidFill>
              <a:schemeClr val="lt1"/>
            </a:solidFill>
            <a:prstDash val="solid"/>
            <a:round/>
            <a:headEnd type="triangle" w="med" len="med"/>
            <a:tailEnd type="triangle" w="med" len="med"/>
          </a:ln>
        </p:spPr>
      </p:cxnSp>
      <p:sp>
        <p:nvSpPr>
          <p:cNvPr id="810" name="Google Shape;810;p50"/>
          <p:cNvSpPr/>
          <p:nvPr/>
        </p:nvSpPr>
        <p:spPr>
          <a:xfrm>
            <a:off x="475128" y="3559522"/>
            <a:ext cx="11062448" cy="2485268"/>
          </a:xfrm>
          <a:prstGeom prst="rect">
            <a:avLst/>
          </a:prstGeom>
          <a:no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804" name="Google Shape;804;p50"/>
          <p:cNvPicPr preferRelativeResize="0"/>
          <p:nvPr/>
        </p:nvPicPr>
        <p:blipFill rotWithShape="1">
          <a:blip r:embed="rId4">
            <a:alphaModFix/>
          </a:blip>
          <a:srcRect/>
          <a:stretch/>
        </p:blipFill>
        <p:spPr>
          <a:xfrm>
            <a:off x="2704591" y="3928984"/>
            <a:ext cx="746986" cy="332691"/>
          </a:xfrm>
          <a:prstGeom prst="rect">
            <a:avLst/>
          </a:prstGeom>
          <a:noFill/>
          <a:ln>
            <a:noFill/>
          </a:ln>
        </p:spPr>
      </p:pic>
      <p:pic>
        <p:nvPicPr>
          <p:cNvPr id="809" name="Google Shape;809;p50"/>
          <p:cNvPicPr preferRelativeResize="0"/>
          <p:nvPr/>
        </p:nvPicPr>
        <p:blipFill rotWithShape="1">
          <a:blip r:embed="rId4">
            <a:alphaModFix/>
          </a:blip>
          <a:srcRect/>
          <a:stretch/>
        </p:blipFill>
        <p:spPr>
          <a:xfrm>
            <a:off x="9117450" y="3928984"/>
            <a:ext cx="746986" cy="332691"/>
          </a:xfrm>
          <a:prstGeom prst="rect">
            <a:avLst/>
          </a:prstGeom>
          <a:noFill/>
          <a:ln>
            <a:noFill/>
          </a:ln>
        </p:spPr>
      </p:pic>
      <p:sp>
        <p:nvSpPr>
          <p:cNvPr id="811" name="Google Shape;811;p50"/>
          <p:cNvSpPr/>
          <p:nvPr/>
        </p:nvSpPr>
        <p:spPr>
          <a:xfrm>
            <a:off x="370350" y="3076068"/>
            <a:ext cx="2576643" cy="352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Arial"/>
                <a:ea typeface="Arial"/>
                <a:cs typeface="Arial"/>
                <a:sym typeface="Arial"/>
              </a:rPr>
              <a:t>로컬영역(내 컴퓨터) </a:t>
            </a:r>
            <a:endParaRPr sz="2000">
              <a:solidFill>
                <a:schemeClr val="lt1"/>
              </a:solidFill>
              <a:latin typeface="Arial"/>
              <a:ea typeface="Arial"/>
              <a:cs typeface="Arial"/>
              <a:sym typeface="Arial"/>
            </a:endParaRPr>
          </a:p>
        </p:txBody>
      </p:sp>
      <p:pic>
        <p:nvPicPr>
          <p:cNvPr id="812" name="Google Shape;812;p50" descr="GitHub · GitHub"/>
          <p:cNvPicPr preferRelativeResize="0"/>
          <p:nvPr/>
        </p:nvPicPr>
        <p:blipFill rotWithShape="1">
          <a:blip r:embed="rId5">
            <a:alphaModFix/>
          </a:blip>
          <a:srcRect/>
          <a:stretch/>
        </p:blipFill>
        <p:spPr>
          <a:xfrm>
            <a:off x="4737428" y="1215519"/>
            <a:ext cx="659324" cy="659324"/>
          </a:xfrm>
          <a:prstGeom prst="rect">
            <a:avLst/>
          </a:prstGeom>
          <a:noFill/>
          <a:ln>
            <a:noFill/>
          </a:ln>
        </p:spPr>
      </p:pic>
      <p:sp>
        <p:nvSpPr>
          <p:cNvPr id="813" name="Google Shape;813;p50"/>
          <p:cNvSpPr/>
          <p:nvPr/>
        </p:nvSpPr>
        <p:spPr>
          <a:xfrm>
            <a:off x="2160785" y="1365953"/>
            <a:ext cx="2576643" cy="352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Arial"/>
                <a:ea typeface="Arial"/>
                <a:cs typeface="Arial"/>
                <a:sym typeface="Arial"/>
              </a:rPr>
              <a:t>원격영역(클라우드)</a:t>
            </a:r>
            <a:endParaRPr sz="2000">
              <a:solidFill>
                <a:schemeClr val="lt1"/>
              </a:solidFill>
              <a:latin typeface="Arial"/>
              <a:ea typeface="Arial"/>
              <a:cs typeface="Arial"/>
              <a:sym typeface="Arial"/>
            </a:endParaRPr>
          </a:p>
        </p:txBody>
      </p:sp>
      <p:sp>
        <p:nvSpPr>
          <p:cNvPr id="814" name="Google Shape;814;p50"/>
          <p:cNvSpPr/>
          <p:nvPr/>
        </p:nvSpPr>
        <p:spPr>
          <a:xfrm>
            <a:off x="3846514" y="5166135"/>
            <a:ext cx="761563" cy="3529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*.py</a:t>
            </a:r>
            <a:endParaRPr sz="1800">
              <a:solidFill>
                <a:schemeClr val="lt1"/>
              </a:solidFill>
              <a:latin typeface="Arial"/>
              <a:ea typeface="Arial"/>
              <a:cs typeface="Arial"/>
              <a:sym typeface="Arial"/>
            </a:endParaRPr>
          </a:p>
        </p:txBody>
      </p:sp>
      <p:sp>
        <p:nvSpPr>
          <p:cNvPr id="815" name="Google Shape;815;p50"/>
          <p:cNvSpPr/>
          <p:nvPr/>
        </p:nvSpPr>
        <p:spPr>
          <a:xfrm>
            <a:off x="7512421" y="5336380"/>
            <a:ext cx="1716184" cy="3529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*.py</a:t>
            </a:r>
            <a:endParaRPr sz="1800">
              <a:solidFill>
                <a:schemeClr val="lt1"/>
              </a:solidFill>
              <a:latin typeface="Arial"/>
              <a:ea typeface="Arial"/>
              <a:cs typeface="Arial"/>
              <a:sym typeface="Arial"/>
            </a:endParaRPr>
          </a:p>
          <a:p>
            <a:pPr marL="0" marR="0" lvl="0" indent="0" algn="l" rtl="0">
              <a:spcBef>
                <a:spcPts val="0"/>
              </a:spcBef>
              <a:spcAft>
                <a:spcPts val="0"/>
              </a:spcAft>
              <a:buNone/>
            </a:pPr>
            <a:r>
              <a:rPr lang="en-US" sz="1800">
                <a:solidFill>
                  <a:schemeClr val="lt1"/>
                </a:solidFill>
                <a:latin typeface="Arial"/>
                <a:ea typeface="Arial"/>
                <a:cs typeface="Arial"/>
                <a:sym typeface="Arial"/>
              </a:rPr>
              <a:t>*.sh</a:t>
            </a:r>
            <a:endParaRPr sz="1800">
              <a:solidFill>
                <a:schemeClr val="lt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5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200"/>
              <a:buFont typeface="Batang"/>
              <a:buNone/>
            </a:pPr>
            <a:r>
              <a:rPr lang="en-US" b="1">
                <a:solidFill>
                  <a:srgbClr val="FF0000"/>
                </a:solidFill>
              </a:rPr>
              <a:t>Quiz</a:t>
            </a:r>
            <a:endParaRPr b="1">
              <a:solidFill>
                <a:srgbClr val="FF0000"/>
              </a:solidFill>
            </a:endParaRPr>
          </a:p>
        </p:txBody>
      </p:sp>
      <p:sp>
        <p:nvSpPr>
          <p:cNvPr id="821" name="Google Shape;821;p5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pic>
        <p:nvPicPr>
          <p:cNvPr id="822" name="Google Shape;822;p51"/>
          <p:cNvPicPr preferRelativeResize="0"/>
          <p:nvPr/>
        </p:nvPicPr>
        <p:blipFill rotWithShape="1">
          <a:blip r:embed="rId3">
            <a:alphaModFix/>
          </a:blip>
          <a:srcRect/>
          <a:stretch/>
        </p:blipFill>
        <p:spPr>
          <a:xfrm>
            <a:off x="3064858" y="2176471"/>
            <a:ext cx="6051636" cy="4107983"/>
          </a:xfrm>
          <a:prstGeom prst="rect">
            <a:avLst/>
          </a:prstGeom>
          <a:noFill/>
          <a:ln>
            <a:noFill/>
          </a:ln>
        </p:spPr>
      </p:pic>
      <p:sp>
        <p:nvSpPr>
          <p:cNvPr id="823" name="Google Shape;823;p51"/>
          <p:cNvSpPr txBox="1"/>
          <p:nvPr/>
        </p:nvSpPr>
        <p:spPr>
          <a:xfrm>
            <a:off x="913795" y="1203404"/>
            <a:ext cx="11009264"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fontScale="92500" lnSpcReduction="20000"/>
          </a:bodyPr>
          <a:lstStyle/>
          <a:p>
            <a:pPr marL="342900" marR="0" lvl="0" indent="-342900" algn="l" rtl="0">
              <a:lnSpc>
                <a:spcPct val="150000"/>
              </a:lnSpc>
              <a:spcBef>
                <a:spcPts val="0"/>
              </a:spcBef>
              <a:spcAft>
                <a:spcPts val="0"/>
              </a:spcAft>
              <a:buClr>
                <a:schemeClr val="lt2"/>
              </a:buClr>
              <a:buSzPct val="100000"/>
              <a:buFont typeface="Noto Sans Symbols"/>
              <a:buChar char="❖"/>
            </a:pPr>
            <a:r>
              <a:rPr lang="en-US" sz="1800">
                <a:solidFill>
                  <a:schemeClr val="lt2"/>
                </a:solidFill>
                <a:latin typeface="Batang"/>
                <a:ea typeface="Batang"/>
                <a:cs typeface="Batang"/>
                <a:sym typeface="Batang"/>
              </a:rPr>
              <a:t>당신은 Ubuntu Image를 pull하여 사용하다가 A, B, C프로젝트에서는 각각 Ubuntu환경에 PHP, Python, Nodejs 개발이 각각 필요한 경우? 어떻게 각 프로젝트의 개발팀과 코드를 공유 할 것인가?</a:t>
            </a:r>
            <a:endParaRPr sz="1800">
              <a:solidFill>
                <a:schemeClr val="lt2"/>
              </a:solidFill>
              <a:latin typeface="Batang"/>
              <a:ea typeface="Batang"/>
              <a:cs typeface="Batang"/>
              <a:sym typeface="Batang"/>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19">
          <a:extLst>
            <a:ext uri="{FF2B5EF4-FFF2-40B4-BE49-F238E27FC236}">
              <a16:creationId xmlns:a16="http://schemas.microsoft.com/office/drawing/2014/main" id="{55F17CB1-A2BD-4064-5CD0-D23BACED7D39}"/>
            </a:ext>
          </a:extLst>
        </p:cNvPr>
        <p:cNvGrpSpPr/>
        <p:nvPr/>
      </p:nvGrpSpPr>
      <p:grpSpPr>
        <a:xfrm>
          <a:off x="0" y="0"/>
          <a:ext cx="0" cy="0"/>
          <a:chOff x="0" y="0"/>
          <a:chExt cx="0" cy="0"/>
        </a:xfrm>
      </p:grpSpPr>
      <p:sp>
        <p:nvSpPr>
          <p:cNvPr id="820" name="Google Shape;820;p51">
            <a:extLst>
              <a:ext uri="{FF2B5EF4-FFF2-40B4-BE49-F238E27FC236}">
                <a16:creationId xmlns:a16="http://schemas.microsoft.com/office/drawing/2014/main" id="{523D11CC-4476-82B5-C379-9F78B9EAA39E}"/>
              </a:ext>
            </a:extLst>
          </p:cNvPr>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3200"/>
              <a:buFont typeface="Batang"/>
              <a:buNone/>
            </a:pPr>
            <a:r>
              <a:rPr lang="en-US" b="1" dirty="0">
                <a:solidFill>
                  <a:srgbClr val="FF0000"/>
                </a:solidFill>
              </a:rPr>
              <a:t>Answer</a:t>
            </a:r>
            <a:endParaRPr b="1" dirty="0">
              <a:solidFill>
                <a:srgbClr val="FF0000"/>
              </a:solidFill>
            </a:endParaRPr>
          </a:p>
        </p:txBody>
      </p:sp>
      <p:sp>
        <p:nvSpPr>
          <p:cNvPr id="821" name="Google Shape;821;p51">
            <a:extLst>
              <a:ext uri="{FF2B5EF4-FFF2-40B4-BE49-F238E27FC236}">
                <a16:creationId xmlns:a16="http://schemas.microsoft.com/office/drawing/2014/main" id="{F412C662-D72D-1AB9-2121-9287242B9F45}"/>
              </a:ext>
            </a:extLst>
          </p:cNvPr>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pic>
        <p:nvPicPr>
          <p:cNvPr id="3" name="그림 2">
            <a:extLst>
              <a:ext uri="{FF2B5EF4-FFF2-40B4-BE49-F238E27FC236}">
                <a16:creationId xmlns:a16="http://schemas.microsoft.com/office/drawing/2014/main" id="{395F7B28-A455-6106-58D2-FE9EFCBE6A89}"/>
              </a:ext>
            </a:extLst>
          </p:cNvPr>
          <p:cNvPicPr>
            <a:picLocks noChangeAspect="1"/>
          </p:cNvPicPr>
          <p:nvPr/>
        </p:nvPicPr>
        <p:blipFill>
          <a:blip r:embed="rId3"/>
          <a:stretch>
            <a:fillRect/>
          </a:stretch>
        </p:blipFill>
        <p:spPr>
          <a:xfrm>
            <a:off x="337077" y="1047543"/>
            <a:ext cx="5753599" cy="4762913"/>
          </a:xfrm>
          <a:prstGeom prst="rect">
            <a:avLst/>
          </a:prstGeom>
        </p:spPr>
      </p:pic>
      <p:pic>
        <p:nvPicPr>
          <p:cNvPr id="5" name="그림 4">
            <a:extLst>
              <a:ext uri="{FF2B5EF4-FFF2-40B4-BE49-F238E27FC236}">
                <a16:creationId xmlns:a16="http://schemas.microsoft.com/office/drawing/2014/main" id="{E2688913-7FEF-CFEE-1438-7FD1C85EAD16}"/>
              </a:ext>
            </a:extLst>
          </p:cNvPr>
          <p:cNvPicPr>
            <a:picLocks noChangeAspect="1"/>
          </p:cNvPicPr>
          <p:nvPr/>
        </p:nvPicPr>
        <p:blipFill>
          <a:blip r:embed="rId4"/>
          <a:stretch>
            <a:fillRect/>
          </a:stretch>
        </p:blipFill>
        <p:spPr>
          <a:xfrm>
            <a:off x="6410219" y="1047543"/>
            <a:ext cx="5662151" cy="2903472"/>
          </a:xfrm>
          <a:prstGeom prst="rect">
            <a:avLst/>
          </a:prstGeom>
        </p:spPr>
      </p:pic>
    </p:spTree>
    <p:extLst>
      <p:ext uri="{BB962C8B-B14F-4D97-AF65-F5344CB8AC3E}">
        <p14:creationId xmlns:p14="http://schemas.microsoft.com/office/powerpoint/2010/main" val="8343646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5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Network</a:t>
            </a:r>
            <a:endParaRPr/>
          </a:p>
        </p:txBody>
      </p:sp>
      <p:sp>
        <p:nvSpPr>
          <p:cNvPr id="829" name="Google Shape;829;p5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pic>
        <p:nvPicPr>
          <p:cNvPr id="830" name="Google Shape;830;p52" descr="나무 배경에 영화 클래퍼입니다. 3d 그림"/>
          <p:cNvPicPr preferRelativeResize="0"/>
          <p:nvPr/>
        </p:nvPicPr>
        <p:blipFill rotWithShape="1">
          <a:blip r:embed="rId3">
            <a:alphaModFix/>
          </a:blip>
          <a:srcRect/>
          <a:stretch/>
        </p:blipFill>
        <p:spPr>
          <a:xfrm>
            <a:off x="0" y="0"/>
            <a:ext cx="2406807" cy="1203404"/>
          </a:xfrm>
          <a:prstGeom prst="rect">
            <a:avLst/>
          </a:prstGeom>
          <a:noFill/>
          <a:ln>
            <a:noFill/>
          </a:ln>
        </p:spPr>
      </p:pic>
      <p:pic>
        <p:nvPicPr>
          <p:cNvPr id="831" name="Google Shape;831;p52"/>
          <p:cNvPicPr preferRelativeResize="0"/>
          <p:nvPr/>
        </p:nvPicPr>
        <p:blipFill rotWithShape="1">
          <a:blip r:embed="rId4">
            <a:alphaModFix/>
          </a:blip>
          <a:srcRect/>
          <a:stretch/>
        </p:blipFill>
        <p:spPr>
          <a:xfrm>
            <a:off x="1361233" y="2009978"/>
            <a:ext cx="10068767" cy="2648638"/>
          </a:xfrm>
          <a:prstGeom prst="rect">
            <a:avLst/>
          </a:prstGeom>
          <a:noFill/>
          <a:ln>
            <a:noFill/>
          </a:ln>
        </p:spPr>
      </p:pic>
      <p:sp>
        <p:nvSpPr>
          <p:cNvPr id="832" name="Google Shape;832;p52"/>
          <p:cNvSpPr txBox="1"/>
          <p:nvPr/>
        </p:nvSpPr>
        <p:spPr>
          <a:xfrm>
            <a:off x="2052917" y="4885772"/>
            <a:ext cx="161364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Sorts Mill Goudy"/>
                <a:ea typeface="Sorts Mill Goudy"/>
                <a:cs typeface="Sorts Mill Goudy"/>
                <a:sym typeface="Sorts Mill Goudy"/>
              </a:rPr>
              <a:t>HOST : Client </a:t>
            </a:r>
            <a:endParaRPr/>
          </a:p>
        </p:txBody>
      </p:sp>
      <p:sp>
        <p:nvSpPr>
          <p:cNvPr id="833" name="Google Shape;833;p52"/>
          <p:cNvSpPr txBox="1"/>
          <p:nvPr/>
        </p:nvSpPr>
        <p:spPr>
          <a:xfrm>
            <a:off x="7790329" y="4885772"/>
            <a:ext cx="161364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Sorts Mill Goudy"/>
                <a:ea typeface="Sorts Mill Goudy"/>
                <a:cs typeface="Sorts Mill Goudy"/>
                <a:sym typeface="Sorts Mill Goudy"/>
              </a:rPr>
              <a:t>SERVER : Server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5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Network</a:t>
            </a:r>
            <a:endParaRPr/>
          </a:p>
        </p:txBody>
      </p:sp>
      <p:sp>
        <p:nvSpPr>
          <p:cNvPr id="839" name="Google Shape;839;p5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pic>
        <p:nvPicPr>
          <p:cNvPr id="840" name="Google Shape;840;p53" descr="나무 배경에 영화 클래퍼입니다. 3d 그림"/>
          <p:cNvPicPr preferRelativeResize="0"/>
          <p:nvPr/>
        </p:nvPicPr>
        <p:blipFill rotWithShape="1">
          <a:blip r:embed="rId3">
            <a:alphaModFix/>
          </a:blip>
          <a:srcRect/>
          <a:stretch/>
        </p:blipFill>
        <p:spPr>
          <a:xfrm>
            <a:off x="0" y="0"/>
            <a:ext cx="2406807" cy="1203404"/>
          </a:xfrm>
          <a:prstGeom prst="rect">
            <a:avLst/>
          </a:prstGeom>
          <a:noFill/>
          <a:ln>
            <a:noFill/>
          </a:ln>
        </p:spPr>
      </p:pic>
      <p:sp>
        <p:nvSpPr>
          <p:cNvPr id="841" name="Google Shape;841;p53"/>
          <p:cNvSpPr txBox="1"/>
          <p:nvPr/>
        </p:nvSpPr>
        <p:spPr>
          <a:xfrm>
            <a:off x="2052916" y="5647773"/>
            <a:ext cx="389068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Sorts Mill Goudy"/>
                <a:ea typeface="Sorts Mill Goudy"/>
                <a:cs typeface="Sorts Mill Goudy"/>
                <a:sym typeface="Sorts Mill Goudy"/>
              </a:rPr>
              <a:t>My Local Computer</a:t>
            </a:r>
            <a:endParaRPr sz="1600" b="1">
              <a:solidFill>
                <a:schemeClr val="lt1"/>
              </a:solidFill>
              <a:latin typeface="Sorts Mill Goudy"/>
              <a:ea typeface="Sorts Mill Goudy"/>
              <a:cs typeface="Sorts Mill Goudy"/>
              <a:sym typeface="Sorts Mill Goudy"/>
            </a:endParaRPr>
          </a:p>
        </p:txBody>
      </p:sp>
      <p:pic>
        <p:nvPicPr>
          <p:cNvPr id="842" name="Google Shape;842;p53"/>
          <p:cNvPicPr preferRelativeResize="0"/>
          <p:nvPr/>
        </p:nvPicPr>
        <p:blipFill rotWithShape="1">
          <a:blip r:embed="rId4">
            <a:alphaModFix/>
          </a:blip>
          <a:srcRect/>
          <a:stretch/>
        </p:blipFill>
        <p:spPr>
          <a:xfrm>
            <a:off x="2088777" y="1646564"/>
            <a:ext cx="8014446" cy="388089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5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Network</a:t>
            </a:r>
            <a:endParaRPr/>
          </a:p>
        </p:txBody>
      </p:sp>
      <p:sp>
        <p:nvSpPr>
          <p:cNvPr id="848" name="Google Shape;848;p5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pic>
        <p:nvPicPr>
          <p:cNvPr id="849" name="Google Shape;849;p54" descr="나무 배경에 영화 클래퍼입니다. 3d 그림"/>
          <p:cNvPicPr preferRelativeResize="0"/>
          <p:nvPr/>
        </p:nvPicPr>
        <p:blipFill rotWithShape="1">
          <a:blip r:embed="rId3">
            <a:alphaModFix/>
          </a:blip>
          <a:srcRect/>
          <a:stretch/>
        </p:blipFill>
        <p:spPr>
          <a:xfrm>
            <a:off x="0" y="0"/>
            <a:ext cx="2406807" cy="1203404"/>
          </a:xfrm>
          <a:prstGeom prst="rect">
            <a:avLst/>
          </a:prstGeom>
          <a:noFill/>
          <a:ln>
            <a:noFill/>
          </a:ln>
        </p:spPr>
      </p:pic>
      <p:sp>
        <p:nvSpPr>
          <p:cNvPr id="850" name="Google Shape;850;p54"/>
          <p:cNvSpPr txBox="1"/>
          <p:nvPr/>
        </p:nvSpPr>
        <p:spPr>
          <a:xfrm>
            <a:off x="2052916" y="5647773"/>
            <a:ext cx="389068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Sorts Mill Goudy"/>
                <a:ea typeface="Sorts Mill Goudy"/>
                <a:cs typeface="Sorts Mill Goudy"/>
                <a:sym typeface="Sorts Mill Goudy"/>
              </a:rPr>
              <a:t>My Local Computer</a:t>
            </a:r>
            <a:endParaRPr sz="1600" b="1">
              <a:solidFill>
                <a:schemeClr val="lt1"/>
              </a:solidFill>
              <a:latin typeface="Sorts Mill Goudy"/>
              <a:ea typeface="Sorts Mill Goudy"/>
              <a:cs typeface="Sorts Mill Goudy"/>
              <a:sym typeface="Sorts Mill Goudy"/>
            </a:endParaRPr>
          </a:p>
        </p:txBody>
      </p:sp>
      <p:pic>
        <p:nvPicPr>
          <p:cNvPr id="851" name="Google Shape;851;p54"/>
          <p:cNvPicPr preferRelativeResize="0"/>
          <p:nvPr/>
        </p:nvPicPr>
        <p:blipFill rotWithShape="1">
          <a:blip r:embed="rId4">
            <a:alphaModFix/>
          </a:blip>
          <a:srcRect/>
          <a:stretch/>
        </p:blipFill>
        <p:spPr>
          <a:xfrm>
            <a:off x="2118760" y="1587374"/>
            <a:ext cx="8020324" cy="397431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5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환경</a:t>
            </a:r>
            <a:endParaRPr/>
          </a:p>
        </p:txBody>
      </p:sp>
      <p:sp>
        <p:nvSpPr>
          <p:cNvPr id="857" name="Google Shape;857;p5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pic>
        <p:nvPicPr>
          <p:cNvPr id="858" name="Google Shape;858;p55" descr="나무 배경에 영화 클래퍼입니다. 3d 그림"/>
          <p:cNvPicPr preferRelativeResize="0"/>
          <p:nvPr/>
        </p:nvPicPr>
        <p:blipFill rotWithShape="1">
          <a:blip r:embed="rId3">
            <a:alphaModFix/>
          </a:blip>
          <a:srcRect/>
          <a:stretch/>
        </p:blipFill>
        <p:spPr>
          <a:xfrm>
            <a:off x="0" y="0"/>
            <a:ext cx="2406807" cy="1203404"/>
          </a:xfrm>
          <a:prstGeom prst="rect">
            <a:avLst/>
          </a:prstGeom>
          <a:noFill/>
          <a:ln>
            <a:noFill/>
          </a:ln>
        </p:spPr>
      </p:pic>
      <p:pic>
        <p:nvPicPr>
          <p:cNvPr id="859" name="Google Shape;859;p55"/>
          <p:cNvPicPr preferRelativeResize="0"/>
          <p:nvPr/>
        </p:nvPicPr>
        <p:blipFill rotWithShape="1">
          <a:blip r:embed="rId4">
            <a:alphaModFix/>
          </a:blip>
          <a:srcRect/>
          <a:stretch/>
        </p:blipFill>
        <p:spPr>
          <a:xfrm>
            <a:off x="205064" y="1808324"/>
            <a:ext cx="11552148" cy="3241351"/>
          </a:xfrm>
          <a:prstGeom prst="rect">
            <a:avLst/>
          </a:prstGeom>
          <a:noFill/>
          <a:ln>
            <a:noFill/>
          </a:ln>
        </p:spPr>
      </p:pic>
      <p:sp>
        <p:nvSpPr>
          <p:cNvPr id="860" name="Google Shape;860;p55"/>
          <p:cNvSpPr/>
          <p:nvPr/>
        </p:nvSpPr>
        <p:spPr>
          <a:xfrm>
            <a:off x="6786282" y="3944471"/>
            <a:ext cx="3496236" cy="1264023"/>
          </a:xfrm>
          <a:prstGeom prst="rect">
            <a:avLst/>
          </a:prstGeom>
          <a:noFill/>
          <a:ln w="15875" cap="rnd"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861" name="Google Shape;861;p55"/>
          <p:cNvPicPr preferRelativeResize="0"/>
          <p:nvPr/>
        </p:nvPicPr>
        <p:blipFill rotWithShape="1">
          <a:blip r:embed="rId5">
            <a:alphaModFix/>
          </a:blip>
          <a:srcRect/>
          <a:stretch/>
        </p:blipFill>
        <p:spPr>
          <a:xfrm>
            <a:off x="309495" y="5239870"/>
            <a:ext cx="5441152" cy="38103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5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실습하기</a:t>
            </a:r>
            <a:endParaRPr/>
          </a:p>
        </p:txBody>
      </p:sp>
      <p:sp>
        <p:nvSpPr>
          <p:cNvPr id="867" name="Google Shape;867;p5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pic>
        <p:nvPicPr>
          <p:cNvPr id="868" name="Google Shape;868;p56" descr="나무 배경에 영화 클래퍼입니다. 3d 그림"/>
          <p:cNvPicPr preferRelativeResize="0"/>
          <p:nvPr/>
        </p:nvPicPr>
        <p:blipFill rotWithShape="1">
          <a:blip r:embed="rId3">
            <a:alphaModFix/>
          </a:blip>
          <a:srcRect/>
          <a:stretch/>
        </p:blipFill>
        <p:spPr>
          <a:xfrm>
            <a:off x="1333500" y="1047750"/>
            <a:ext cx="9525000" cy="4762500"/>
          </a:xfrm>
          <a:prstGeom prst="rect">
            <a:avLst/>
          </a:prstGeom>
          <a:noFill/>
          <a:ln>
            <a:noFill/>
          </a:ln>
        </p:spPr>
      </p:pic>
      <p:sp>
        <p:nvSpPr>
          <p:cNvPr id="869" name="Google Shape;869;p56"/>
          <p:cNvSpPr txBox="1"/>
          <p:nvPr/>
        </p:nvSpPr>
        <p:spPr>
          <a:xfrm rot="1558658">
            <a:off x="3491485" y="4278091"/>
            <a:ext cx="33983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Arial"/>
                <a:ea typeface="Arial"/>
                <a:cs typeface="Arial"/>
                <a:sym typeface="Arial"/>
              </a:rPr>
              <a:t>MySQL docker with DBeaver</a:t>
            </a:r>
            <a:endParaRPr sz="1800" b="1">
              <a:solidFill>
                <a:srgbClr val="FFFF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5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MySQL 도커 컨테이너 설치 후 DBeaver 연결하기</a:t>
            </a:r>
            <a:endParaRPr/>
          </a:p>
        </p:txBody>
      </p:sp>
      <p:sp>
        <p:nvSpPr>
          <p:cNvPr id="875" name="Google Shape;875;p5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
        <p:nvSpPr>
          <p:cNvPr id="876" name="Google Shape;876;p57"/>
          <p:cNvSpPr/>
          <p:nvPr/>
        </p:nvSpPr>
        <p:spPr>
          <a:xfrm>
            <a:off x="829556" y="1545997"/>
            <a:ext cx="3468095" cy="4128938"/>
          </a:xfrm>
          <a:prstGeom prst="rect">
            <a:avLst/>
          </a:prstGeom>
          <a:solidFill>
            <a:srgbClr val="00B0F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Sorts Mill Goudy"/>
                <a:ea typeface="Sorts Mill Goudy"/>
                <a:cs typeface="Sorts Mill Goudy"/>
                <a:sym typeface="Sorts Mill Goudy"/>
              </a:rPr>
              <a:t>Local Host</a:t>
            </a:r>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2800" b="1">
                <a:solidFill>
                  <a:schemeClr val="lt1"/>
                </a:solidFill>
                <a:latin typeface="Sorts Mill Goudy"/>
                <a:ea typeface="Sorts Mill Goudy"/>
                <a:cs typeface="Sorts Mill Goudy"/>
                <a:sym typeface="Sorts Mill Goudy"/>
              </a:rPr>
              <a:t>DBeaver</a:t>
            </a:r>
            <a:r>
              <a:rPr lang="en-US" sz="2800" b="1">
                <a:solidFill>
                  <a:schemeClr val="dk1"/>
                </a:solidFill>
                <a:latin typeface="Sorts Mill Goudy"/>
                <a:ea typeface="Sorts Mill Goudy"/>
                <a:cs typeface="Sorts Mill Goudy"/>
                <a:sym typeface="Sorts Mill Goudy"/>
              </a:rPr>
              <a:t> </a:t>
            </a:r>
            <a:r>
              <a:rPr lang="en-US" sz="1800" b="1">
                <a:solidFill>
                  <a:srgbClr val="FF0000"/>
                </a:solidFill>
                <a:latin typeface="Sorts Mill Goudy"/>
                <a:ea typeface="Sorts Mill Goudy"/>
                <a:cs typeface="Sorts Mill Goudy"/>
                <a:sym typeface="Sorts Mill Goudy"/>
              </a:rPr>
              <a:t>(</a:t>
            </a:r>
            <a:r>
              <a:rPr lang="en-US" sz="1800" b="1" u="sng">
                <a:solidFill>
                  <a:srgbClr val="FF0000"/>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https://dbeaver.io/download/</a:t>
            </a:r>
            <a:r>
              <a:rPr lang="en-US" sz="1800" b="1">
                <a:solidFill>
                  <a:srgbClr val="FF000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2800" b="1">
                <a:solidFill>
                  <a:schemeClr val="dk1"/>
                </a:solidFill>
                <a:latin typeface="Sorts Mill Goudy"/>
                <a:ea typeface="Sorts Mill Goudy"/>
                <a:cs typeface="Sorts Mill Goudy"/>
                <a:sym typeface="Sorts Mill Goudy"/>
              </a:rPr>
              <a:t> </a:t>
            </a:r>
            <a:endParaRPr sz="2800" b="1">
              <a:solidFill>
                <a:schemeClr val="dk1"/>
              </a:solidFill>
              <a:latin typeface="Sorts Mill Goudy"/>
              <a:ea typeface="Sorts Mill Goudy"/>
              <a:cs typeface="Sorts Mill Goudy"/>
              <a:sym typeface="Sorts Mill Goudy"/>
            </a:endParaRPr>
          </a:p>
        </p:txBody>
      </p:sp>
      <p:pic>
        <p:nvPicPr>
          <p:cNvPr id="877" name="Google Shape;877;p57"/>
          <p:cNvPicPr preferRelativeResize="0"/>
          <p:nvPr/>
        </p:nvPicPr>
        <p:blipFill rotWithShape="1">
          <a:blip r:embed="rId4">
            <a:alphaModFix/>
          </a:blip>
          <a:srcRect/>
          <a:stretch/>
        </p:blipFill>
        <p:spPr>
          <a:xfrm>
            <a:off x="2311738" y="3855564"/>
            <a:ext cx="1227705" cy="1178350"/>
          </a:xfrm>
          <a:prstGeom prst="rect">
            <a:avLst/>
          </a:prstGeom>
          <a:noFill/>
          <a:ln>
            <a:noFill/>
          </a:ln>
        </p:spPr>
      </p:pic>
      <p:sp>
        <p:nvSpPr>
          <p:cNvPr id="878" name="Google Shape;878;p57"/>
          <p:cNvSpPr/>
          <p:nvPr/>
        </p:nvSpPr>
        <p:spPr>
          <a:xfrm>
            <a:off x="8195000" y="1545997"/>
            <a:ext cx="3468095" cy="4128938"/>
          </a:xfrm>
          <a:prstGeom prst="rect">
            <a:avLst/>
          </a:prstGeom>
          <a:solidFill>
            <a:srgbClr val="FFFF00"/>
          </a:solidFill>
          <a:ln w="15875" cap="rnd" cmpd="sng">
            <a:solidFill>
              <a:srgbClr val="56370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dk1"/>
                </a:solidFill>
                <a:latin typeface="Sorts Mill Goudy"/>
                <a:ea typeface="Sorts Mill Goudy"/>
                <a:cs typeface="Sorts Mill Goudy"/>
                <a:sym typeface="Sorts Mill Goudy"/>
              </a:rPr>
              <a:t>Docker </a:t>
            </a:r>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2800" b="1">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r>
              <a:rPr lang="en-US" sz="2800" b="1">
                <a:solidFill>
                  <a:schemeClr val="dk1"/>
                </a:solidFill>
                <a:latin typeface="Sorts Mill Goudy"/>
                <a:ea typeface="Sorts Mill Goudy"/>
                <a:cs typeface="Sorts Mill Goudy"/>
                <a:sym typeface="Sorts Mill Goudy"/>
              </a:rPr>
              <a:t>MySQL </a:t>
            </a:r>
            <a:r>
              <a:rPr lang="en-US" sz="1800" b="1">
                <a:solidFill>
                  <a:srgbClr val="FF0000"/>
                </a:solidFill>
                <a:latin typeface="Sorts Mill Goudy"/>
                <a:ea typeface="Sorts Mill Goudy"/>
                <a:cs typeface="Sorts Mill Goudy"/>
                <a:sym typeface="Sorts Mill Goudy"/>
              </a:rPr>
              <a:t>(</a:t>
            </a:r>
            <a:r>
              <a:rPr lang="en-US" sz="1800" b="1" u="sng">
                <a:solidFill>
                  <a:srgbClr val="FF0000"/>
                </a:solidFill>
                <a:latin typeface="Sorts Mill Goudy"/>
                <a:ea typeface="Sorts Mill Goudy"/>
                <a:cs typeface="Sorts Mill Goudy"/>
                <a:sym typeface="Sorts Mill Goudy"/>
                <a:hlinkClick r:id="rId5">
                  <a:extLst>
                    <a:ext uri="{A12FA001-AC4F-418D-AE19-62706E023703}">
                      <ahyp:hlinkClr xmlns:ahyp="http://schemas.microsoft.com/office/drawing/2018/hyperlinkcolor" val="tx"/>
                    </a:ext>
                  </a:extLst>
                </a:hlinkClick>
              </a:rPr>
              <a:t>https://hub.docker.com/_/mysql</a:t>
            </a:r>
            <a:r>
              <a:rPr lang="en-US" sz="1800" b="1">
                <a:solidFill>
                  <a:srgbClr val="FF0000"/>
                </a:solidFill>
                <a:latin typeface="Sorts Mill Goudy"/>
                <a:ea typeface="Sorts Mill Goudy"/>
                <a:cs typeface="Sorts Mill Goudy"/>
                <a:sym typeface="Sorts Mill Goudy"/>
              </a:rPr>
              <a:t> )</a:t>
            </a:r>
            <a:endParaRPr/>
          </a:p>
          <a:p>
            <a:pPr marL="0" marR="0" lvl="0" indent="0" algn="l" rtl="0">
              <a:spcBef>
                <a:spcPts val="0"/>
              </a:spcBef>
              <a:spcAft>
                <a:spcPts val="0"/>
              </a:spcAft>
              <a:buNone/>
            </a:pPr>
            <a:r>
              <a:rPr lang="en-US" sz="2800" b="1">
                <a:solidFill>
                  <a:schemeClr val="dk1"/>
                </a:solidFill>
                <a:latin typeface="Sorts Mill Goudy"/>
                <a:ea typeface="Sorts Mill Goudy"/>
                <a:cs typeface="Sorts Mill Goudy"/>
                <a:sym typeface="Sorts Mill Goudy"/>
              </a:rPr>
              <a:t> </a:t>
            </a:r>
            <a:endParaRPr sz="2800" b="1">
              <a:solidFill>
                <a:schemeClr val="dk1"/>
              </a:solidFill>
              <a:latin typeface="Sorts Mill Goudy"/>
              <a:ea typeface="Sorts Mill Goudy"/>
              <a:cs typeface="Sorts Mill Goudy"/>
              <a:sym typeface="Sorts Mill Goudy"/>
            </a:endParaRPr>
          </a:p>
        </p:txBody>
      </p:sp>
      <p:pic>
        <p:nvPicPr>
          <p:cNvPr id="879" name="Google Shape;879;p57"/>
          <p:cNvPicPr preferRelativeResize="0"/>
          <p:nvPr/>
        </p:nvPicPr>
        <p:blipFill rotWithShape="1">
          <a:blip r:embed="rId6">
            <a:alphaModFix/>
          </a:blip>
          <a:srcRect/>
          <a:stretch/>
        </p:blipFill>
        <p:spPr>
          <a:xfrm>
            <a:off x="9584447" y="3968447"/>
            <a:ext cx="1463167" cy="952583"/>
          </a:xfrm>
          <a:prstGeom prst="rect">
            <a:avLst/>
          </a:prstGeom>
          <a:noFill/>
          <a:ln>
            <a:noFill/>
          </a:ln>
        </p:spPr>
      </p:pic>
      <p:sp>
        <p:nvSpPr>
          <p:cNvPr id="880" name="Google Shape;880;p57"/>
          <p:cNvSpPr txBox="1"/>
          <p:nvPr/>
        </p:nvSpPr>
        <p:spPr>
          <a:xfrm>
            <a:off x="4743821" y="2784464"/>
            <a:ext cx="3561193" cy="170456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Noto Sans Symbols"/>
              <a:buChar char="⮚"/>
            </a:pPr>
            <a:r>
              <a:rPr lang="en-US" sz="1800">
                <a:solidFill>
                  <a:schemeClr val="lt1"/>
                </a:solidFill>
                <a:latin typeface="Times New Roman"/>
                <a:ea typeface="Times New Roman"/>
                <a:cs typeface="Times New Roman"/>
                <a:sym typeface="Times New Roman"/>
              </a:rPr>
              <a:t>Image pull </a:t>
            </a:r>
            <a:endParaRPr/>
          </a:p>
          <a:p>
            <a:pPr marL="285750" marR="0" lvl="0" indent="-285750" algn="l" rtl="0">
              <a:lnSpc>
                <a:spcPct val="150000"/>
              </a:lnSpc>
              <a:spcBef>
                <a:spcPts val="0"/>
              </a:spcBef>
              <a:spcAft>
                <a:spcPts val="0"/>
              </a:spcAft>
              <a:buClr>
                <a:schemeClr val="lt1"/>
              </a:buClr>
              <a:buSzPts val="1800"/>
              <a:buFont typeface="Noto Sans Symbols"/>
              <a:buChar char="⮚"/>
            </a:pPr>
            <a:r>
              <a:rPr lang="en-US" sz="1800">
                <a:solidFill>
                  <a:schemeClr val="lt1"/>
                </a:solidFill>
                <a:latin typeface="Times New Roman"/>
                <a:ea typeface="Times New Roman"/>
                <a:cs typeface="Times New Roman"/>
                <a:sym typeface="Times New Roman"/>
              </a:rPr>
              <a:t>Run ~~ -p 3307:3306 mysql</a:t>
            </a:r>
            <a:endParaRPr sz="1800">
              <a:solidFill>
                <a:schemeClr val="lt1"/>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chemeClr val="lt1"/>
              </a:buClr>
              <a:buSzPts val="1800"/>
              <a:buFont typeface="Noto Sans Symbols"/>
              <a:buChar char="⮚"/>
            </a:pPr>
            <a:r>
              <a:rPr lang="en-US" sz="1800">
                <a:solidFill>
                  <a:schemeClr val="lt1"/>
                </a:solidFill>
                <a:latin typeface="Times New Roman"/>
                <a:ea typeface="Times New Roman"/>
                <a:cs typeface="Times New Roman"/>
                <a:sym typeface="Times New Roman"/>
              </a:rPr>
              <a:t>Connect MySQL via DBeaver</a:t>
            </a:r>
            <a:endParaRPr sz="1800">
              <a:solidFill>
                <a:schemeClr val="lt1"/>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chemeClr val="lt1"/>
              </a:buClr>
              <a:buSzPts val="1800"/>
              <a:buFont typeface="Noto Sans Symbols"/>
              <a:buChar char="⮚"/>
            </a:pPr>
            <a:r>
              <a:rPr lang="en-US" sz="1800">
                <a:solidFill>
                  <a:schemeClr val="lt1"/>
                </a:solidFill>
                <a:latin typeface="Times New Roman"/>
                <a:ea typeface="Times New Roman"/>
                <a:cs typeface="Times New Roman"/>
                <a:sym typeface="Times New Roman"/>
              </a:rPr>
              <a:t>CRUD</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5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MySQL 도커 컨테이너 설치(Run)</a:t>
            </a:r>
            <a:endParaRPr/>
          </a:p>
        </p:txBody>
      </p:sp>
      <p:sp>
        <p:nvSpPr>
          <p:cNvPr id="886" name="Google Shape;886;p5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
        <p:nvSpPr>
          <p:cNvPr id="887" name="Google Shape;887;p58"/>
          <p:cNvSpPr txBox="1"/>
          <p:nvPr/>
        </p:nvSpPr>
        <p:spPr>
          <a:xfrm>
            <a:off x="204815" y="1386878"/>
            <a:ext cx="11771722" cy="291483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&gt;&gt; </a:t>
            </a:r>
            <a:r>
              <a:rPr lang="en-US" sz="1600" b="1">
                <a:solidFill>
                  <a:srgbClr val="FFFF00"/>
                </a:solidFill>
                <a:latin typeface="Sorts Mill Goudy"/>
                <a:ea typeface="Sorts Mill Goudy"/>
                <a:cs typeface="Sorts Mill Goudy"/>
                <a:sym typeface="Sorts Mill Goudy"/>
              </a:rPr>
              <a:t>docker pull mysql</a:t>
            </a:r>
            <a:endParaRPr sz="1600" b="1">
              <a:solidFill>
                <a:srgbClr val="FFFF0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&gt;&gt; </a:t>
            </a:r>
            <a:r>
              <a:rPr lang="en-US" sz="1600" b="1">
                <a:solidFill>
                  <a:srgbClr val="FFFF00"/>
                </a:solidFill>
                <a:latin typeface="Sorts Mill Goudy"/>
                <a:ea typeface="Sorts Mill Goudy"/>
                <a:cs typeface="Sorts Mill Goudy"/>
                <a:sym typeface="Sorts Mill Goudy"/>
              </a:rPr>
              <a:t>docker ps</a:t>
            </a:r>
            <a:endParaRPr sz="1600" b="1">
              <a:solidFill>
                <a:srgbClr val="FFFF0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&gt;&gt; </a:t>
            </a:r>
            <a:r>
              <a:rPr lang="en-US" sz="1600" b="1">
                <a:solidFill>
                  <a:srgbClr val="FFFF00"/>
                </a:solidFill>
                <a:latin typeface="Sorts Mill Goudy"/>
                <a:ea typeface="Sorts Mill Goudy"/>
                <a:cs typeface="Sorts Mill Goudy"/>
                <a:sym typeface="Sorts Mill Goudy"/>
              </a:rPr>
              <a:t>docker images</a:t>
            </a:r>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&gt;&gt; </a:t>
            </a:r>
            <a:r>
              <a:rPr lang="en-US" sz="1600" b="1">
                <a:solidFill>
                  <a:srgbClr val="FFFF00"/>
                </a:solidFill>
                <a:latin typeface="Sorts Mill Goudy"/>
                <a:ea typeface="Sorts Mill Goudy"/>
                <a:cs typeface="Sorts Mill Goudy"/>
                <a:sym typeface="Sorts Mill Goudy"/>
              </a:rPr>
              <a:t>docker run --name test_mysql -e MYSQL_ROOT_PASSWORD=1111 -d -p 3307:3306 mysql</a:t>
            </a:r>
            <a:endParaRPr sz="1600" b="1">
              <a:solidFill>
                <a:srgbClr val="FFFF0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&gt;&gt; </a:t>
            </a:r>
            <a:r>
              <a:rPr lang="en-US" sz="1600" b="1">
                <a:solidFill>
                  <a:srgbClr val="FFFF00"/>
                </a:solidFill>
                <a:latin typeface="Sorts Mill Goudy"/>
                <a:ea typeface="Sorts Mill Goudy"/>
                <a:cs typeface="Sorts Mill Goudy"/>
                <a:sym typeface="Sorts Mill Goudy"/>
              </a:rPr>
              <a:t>docker ps</a:t>
            </a:r>
            <a:endParaRPr sz="1600" b="1">
              <a:solidFill>
                <a:srgbClr val="FFFF0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r>
              <a:rPr lang="en-US" sz="1400" b="1">
                <a:solidFill>
                  <a:srgbClr val="00B0F0"/>
                </a:solidFill>
                <a:latin typeface="Sorts Mill Goudy"/>
                <a:ea typeface="Sorts Mill Goudy"/>
                <a:cs typeface="Sorts Mill Goudy"/>
                <a:sym typeface="Sorts Mill Goudy"/>
              </a:rPr>
              <a:t>CONTAINER ID   IMAGE     COMMAND                  CREATED              STATUS              PORTS                                                  		NAMES</a:t>
            </a:r>
            <a:endParaRPr/>
          </a:p>
          <a:p>
            <a:pPr marL="0" marR="0" lvl="0" indent="0" algn="l" rtl="0">
              <a:lnSpc>
                <a:spcPct val="150000"/>
              </a:lnSpc>
              <a:spcBef>
                <a:spcPts val="0"/>
              </a:spcBef>
              <a:spcAft>
                <a:spcPts val="0"/>
              </a:spcAft>
              <a:buNone/>
            </a:pPr>
            <a:r>
              <a:rPr lang="en-US" sz="1400" b="1">
                <a:solidFill>
                  <a:srgbClr val="00B0F0"/>
                </a:solidFill>
                <a:latin typeface="Sorts Mill Goudy"/>
                <a:ea typeface="Sorts Mill Goudy"/>
                <a:cs typeface="Sorts Mill Goudy"/>
                <a:sym typeface="Sorts Mill Goudy"/>
              </a:rPr>
              <a:t>7ca8d808ff22   mysql     "docker-entrypoint.s…"   About a minute ago   Up About a minute   33060/tcp, 0.0.0.0:3307-&gt;3306/tcp, :::3307-&gt;3306/tcp   test_mysql</a:t>
            </a:r>
            <a:endParaRPr sz="1400" b="1">
              <a:solidFill>
                <a:srgbClr val="00B0F0"/>
              </a:solidFill>
              <a:latin typeface="Sorts Mill Goudy"/>
              <a:ea typeface="Sorts Mill Goudy"/>
              <a:cs typeface="Sorts Mill Goudy"/>
              <a:sym typeface="Sorts Mill Goudy"/>
            </a:endParaRPr>
          </a:p>
          <a:p>
            <a:pPr marL="0" marR="0" lvl="0" indent="0" algn="l" rtl="0">
              <a:lnSpc>
                <a:spcPct val="150000"/>
              </a:lnSpc>
              <a:spcBef>
                <a:spcPts val="0"/>
              </a:spcBef>
              <a:spcAft>
                <a:spcPts val="0"/>
              </a:spcAft>
              <a:buNone/>
            </a:pPr>
            <a:endParaRPr sz="1600">
              <a:solidFill>
                <a:srgbClr val="00B0F0"/>
              </a:solidFill>
              <a:latin typeface="Sorts Mill Goudy"/>
              <a:ea typeface="Sorts Mill Goudy"/>
              <a:cs typeface="Sorts Mill Goudy"/>
              <a:sym typeface="Sorts Mill Goudy"/>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pic>
        <p:nvPicPr>
          <p:cNvPr id="892" name="Google Shape;892;p59"/>
          <p:cNvPicPr preferRelativeResize="0"/>
          <p:nvPr/>
        </p:nvPicPr>
        <p:blipFill rotWithShape="1">
          <a:blip r:embed="rId3">
            <a:alphaModFix/>
          </a:blip>
          <a:srcRect/>
          <a:stretch/>
        </p:blipFill>
        <p:spPr>
          <a:xfrm>
            <a:off x="1519508" y="1802897"/>
            <a:ext cx="7032762" cy="4694768"/>
          </a:xfrm>
          <a:prstGeom prst="rect">
            <a:avLst/>
          </a:prstGeom>
          <a:noFill/>
          <a:ln>
            <a:noFill/>
          </a:ln>
        </p:spPr>
      </p:pic>
      <p:sp>
        <p:nvSpPr>
          <p:cNvPr id="893" name="Google Shape;893;p5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DBeaver로 MYSQL 연결하기</a:t>
            </a:r>
            <a:endParaRPr/>
          </a:p>
        </p:txBody>
      </p:sp>
      <p:sp>
        <p:nvSpPr>
          <p:cNvPr id="894" name="Google Shape;894;p5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
        <p:nvSpPr>
          <p:cNvPr id="895" name="Google Shape;895;p59"/>
          <p:cNvSpPr txBox="1"/>
          <p:nvPr/>
        </p:nvSpPr>
        <p:spPr>
          <a:xfrm>
            <a:off x="9792560" y="5660080"/>
            <a:ext cx="2196446" cy="30777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00B0F0"/>
              </a:buClr>
              <a:buSzPts val="1400"/>
              <a:buFont typeface="Noto Sans Symbols"/>
              <a:buChar char="❖"/>
            </a:pPr>
            <a:r>
              <a:rPr lang="en-US" sz="1400" u="sng">
                <a:solidFill>
                  <a:srgbClr val="00B0F0"/>
                </a:solidFill>
                <a:latin typeface="Arial"/>
                <a:ea typeface="Arial"/>
                <a:cs typeface="Arial"/>
                <a:sym typeface="Arial"/>
                <a:hlinkClick r:id="rId4">
                  <a:extLst>
                    <a:ext uri="{A12FA001-AC4F-418D-AE19-62706E023703}">
                      <ahyp:hlinkClr xmlns:ahyp="http://schemas.microsoft.com/office/drawing/2018/hyperlinkcolor" val="tx"/>
                    </a:ext>
                  </a:extLst>
                </a:hlinkClick>
              </a:rPr>
              <a:t>참고자료_media.com</a:t>
            </a:r>
            <a:r>
              <a:rPr lang="en-US" sz="1400">
                <a:solidFill>
                  <a:srgbClr val="00B0F0"/>
                </a:solidFill>
                <a:latin typeface="Arial"/>
                <a:ea typeface="Arial"/>
                <a:cs typeface="Arial"/>
                <a:sym typeface="Arial"/>
              </a:rPr>
              <a:t> </a:t>
            </a:r>
            <a:endParaRPr sz="1400">
              <a:solidFill>
                <a:srgbClr val="00B0F0"/>
              </a:solidFill>
              <a:latin typeface="Arial"/>
              <a:ea typeface="Arial"/>
              <a:cs typeface="Arial"/>
              <a:sym typeface="Arial"/>
            </a:endParaRPr>
          </a:p>
        </p:txBody>
      </p:sp>
      <p:sp>
        <p:nvSpPr>
          <p:cNvPr id="896" name="Google Shape;896;p59"/>
          <p:cNvSpPr/>
          <p:nvPr/>
        </p:nvSpPr>
        <p:spPr>
          <a:xfrm>
            <a:off x="1424716" y="2000532"/>
            <a:ext cx="518475" cy="279745"/>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897" name="Google Shape;897;p59"/>
          <p:cNvSpPr txBox="1"/>
          <p:nvPr/>
        </p:nvSpPr>
        <p:spPr>
          <a:xfrm>
            <a:off x="492586" y="890143"/>
            <a:ext cx="11416609" cy="58477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2"/>
              </a:buClr>
              <a:buSzPts val="1600"/>
              <a:buFont typeface="Noto Sans Symbols"/>
              <a:buChar char="❖"/>
            </a:pPr>
            <a:r>
              <a:rPr lang="en-US" sz="1600">
                <a:solidFill>
                  <a:schemeClr val="lt2"/>
                </a:solidFill>
                <a:latin typeface="Batang"/>
                <a:ea typeface="Batang"/>
                <a:cs typeface="Batang"/>
                <a:sym typeface="Batang"/>
              </a:rPr>
              <a:t>컨테이너 내부의 MySQL 서버에 할당된 3306번 포트를 컨테이너 외부(로컬 호스트)의 3307번 포트에 포트 포워딩 했으므로 로컬 호스트의 3307번 포트를 호스트 주소로 설정</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pic>
        <p:nvPicPr>
          <p:cNvPr id="902" name="Google Shape;902;p60"/>
          <p:cNvPicPr preferRelativeResize="0"/>
          <p:nvPr/>
        </p:nvPicPr>
        <p:blipFill rotWithShape="1">
          <a:blip r:embed="rId3">
            <a:alphaModFix/>
          </a:blip>
          <a:srcRect/>
          <a:stretch/>
        </p:blipFill>
        <p:spPr>
          <a:xfrm>
            <a:off x="6461378" y="2237132"/>
            <a:ext cx="4338967" cy="3880409"/>
          </a:xfrm>
          <a:prstGeom prst="rect">
            <a:avLst/>
          </a:prstGeom>
          <a:noFill/>
          <a:ln>
            <a:noFill/>
          </a:ln>
        </p:spPr>
      </p:pic>
      <p:pic>
        <p:nvPicPr>
          <p:cNvPr id="903" name="Google Shape;903;p60"/>
          <p:cNvPicPr preferRelativeResize="0"/>
          <p:nvPr/>
        </p:nvPicPr>
        <p:blipFill rotWithShape="1">
          <a:blip r:embed="rId4">
            <a:alphaModFix/>
          </a:blip>
          <a:srcRect/>
          <a:stretch/>
        </p:blipFill>
        <p:spPr>
          <a:xfrm>
            <a:off x="1046629" y="2237133"/>
            <a:ext cx="4311564" cy="3880408"/>
          </a:xfrm>
          <a:prstGeom prst="rect">
            <a:avLst/>
          </a:prstGeom>
          <a:noFill/>
          <a:ln>
            <a:noFill/>
          </a:ln>
        </p:spPr>
      </p:pic>
      <p:sp>
        <p:nvSpPr>
          <p:cNvPr id="904" name="Google Shape;904;p6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DBeaver로 MYSQL 연결하기</a:t>
            </a:r>
            <a:endParaRPr/>
          </a:p>
        </p:txBody>
      </p:sp>
      <p:sp>
        <p:nvSpPr>
          <p:cNvPr id="905" name="Google Shape;905;p6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
        <p:nvSpPr>
          <p:cNvPr id="906" name="Google Shape;906;p60"/>
          <p:cNvSpPr/>
          <p:nvPr/>
        </p:nvSpPr>
        <p:spPr>
          <a:xfrm>
            <a:off x="6461378" y="3455192"/>
            <a:ext cx="4526709" cy="418599"/>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907" name="Google Shape;907;p60"/>
          <p:cNvSpPr txBox="1"/>
          <p:nvPr/>
        </p:nvSpPr>
        <p:spPr>
          <a:xfrm>
            <a:off x="492587" y="890143"/>
            <a:ext cx="11008534" cy="116955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2"/>
              </a:buClr>
              <a:buSzPts val="1400"/>
              <a:buFont typeface="Noto Sans Symbols"/>
              <a:buChar char="❖"/>
            </a:pPr>
            <a:r>
              <a:rPr lang="en-US" sz="1400">
                <a:solidFill>
                  <a:schemeClr val="lt2"/>
                </a:solidFill>
                <a:latin typeface="Batang"/>
                <a:ea typeface="Batang"/>
                <a:cs typeface="Batang"/>
                <a:sym typeface="Batang"/>
              </a:rPr>
              <a:t>컨테이너 내부의 MySQL 서버에 할당된 3306번 포트를 컨테이너 외부(로컬 호스트)의 3307번 포트에 포트 포워딩 했으므로 로컬 호스트의 3307번 포트를 호스트 주소로 설정</a:t>
            </a:r>
            <a:endParaRPr sz="1400">
              <a:solidFill>
                <a:schemeClr val="lt2"/>
              </a:solidFill>
              <a:latin typeface="Batang"/>
              <a:ea typeface="Batang"/>
              <a:cs typeface="Batang"/>
              <a:sym typeface="Batang"/>
            </a:endParaRPr>
          </a:p>
          <a:p>
            <a:pPr marL="285750" marR="0" lvl="0" indent="-196850" algn="l" rtl="0">
              <a:spcBef>
                <a:spcPts val="0"/>
              </a:spcBef>
              <a:spcAft>
                <a:spcPts val="0"/>
              </a:spcAft>
              <a:buClr>
                <a:schemeClr val="lt1"/>
              </a:buClr>
              <a:buSzPts val="1400"/>
              <a:buFont typeface="Noto Sans Symbols"/>
              <a:buNone/>
            </a:pPr>
            <a:endParaRPr sz="1400">
              <a:solidFill>
                <a:schemeClr val="lt2"/>
              </a:solidFill>
              <a:latin typeface="Batang"/>
              <a:ea typeface="Batang"/>
              <a:cs typeface="Batang"/>
              <a:sym typeface="Batang"/>
            </a:endParaRPr>
          </a:p>
          <a:p>
            <a:pPr marL="285750" marR="0" lvl="0" indent="-285750" algn="l" rtl="0">
              <a:spcBef>
                <a:spcPts val="0"/>
              </a:spcBef>
              <a:spcAft>
                <a:spcPts val="0"/>
              </a:spcAft>
              <a:buClr>
                <a:schemeClr val="lt2"/>
              </a:buClr>
              <a:buSzPts val="1400"/>
              <a:buFont typeface="Noto Sans Symbols"/>
              <a:buChar char="❖"/>
            </a:pPr>
            <a:r>
              <a:rPr lang="en-US" sz="1400">
                <a:solidFill>
                  <a:schemeClr val="lt2"/>
                </a:solidFill>
                <a:latin typeface="Batang"/>
                <a:ea typeface="Batang"/>
                <a:cs typeface="Batang"/>
                <a:sym typeface="Batang"/>
              </a:rPr>
              <a:t>MySQL 8.0 이상에서의 보안 설정값의 문제로 연결 구성 화면의 Driver properties 설정 창에서 allowPublicKeyRetrieval 값을 true 로 설정</a:t>
            </a:r>
            <a:endParaRPr/>
          </a:p>
        </p:txBody>
      </p:sp>
      <p:sp>
        <p:nvSpPr>
          <p:cNvPr id="908" name="Google Shape;908;p60"/>
          <p:cNvSpPr/>
          <p:nvPr/>
        </p:nvSpPr>
        <p:spPr>
          <a:xfrm>
            <a:off x="913795" y="3088392"/>
            <a:ext cx="4526709" cy="223346"/>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6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DBeaver로 MYSQL 연결하기</a:t>
            </a:r>
            <a:endParaRPr/>
          </a:p>
        </p:txBody>
      </p:sp>
      <p:sp>
        <p:nvSpPr>
          <p:cNvPr id="914" name="Google Shape;914;p6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
        <p:nvSpPr>
          <p:cNvPr id="915" name="Google Shape;915;p61"/>
          <p:cNvSpPr txBox="1"/>
          <p:nvPr/>
        </p:nvSpPr>
        <p:spPr>
          <a:xfrm>
            <a:off x="492587" y="890143"/>
            <a:ext cx="11008534" cy="30777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2"/>
              </a:buClr>
              <a:buSzPts val="1400"/>
              <a:buFont typeface="Noto Sans Symbols"/>
              <a:buChar char="❖"/>
            </a:pPr>
            <a:r>
              <a:rPr lang="en-US" sz="1400">
                <a:solidFill>
                  <a:schemeClr val="lt2"/>
                </a:solidFill>
                <a:latin typeface="Batang"/>
                <a:ea typeface="Batang"/>
                <a:cs typeface="Batang"/>
                <a:sym typeface="Batang"/>
              </a:rPr>
              <a:t>내부 데이터 Schema 확인</a:t>
            </a:r>
            <a:endParaRPr/>
          </a:p>
        </p:txBody>
      </p:sp>
      <p:pic>
        <p:nvPicPr>
          <p:cNvPr id="916" name="Google Shape;916;p61"/>
          <p:cNvPicPr preferRelativeResize="0"/>
          <p:nvPr/>
        </p:nvPicPr>
        <p:blipFill rotWithShape="1">
          <a:blip r:embed="rId3">
            <a:alphaModFix/>
          </a:blip>
          <a:srcRect/>
          <a:stretch/>
        </p:blipFill>
        <p:spPr>
          <a:xfrm>
            <a:off x="913795" y="1636504"/>
            <a:ext cx="8368434" cy="4399757"/>
          </a:xfrm>
          <a:prstGeom prst="rect">
            <a:avLst/>
          </a:prstGeom>
          <a:noFill/>
          <a:ln>
            <a:noFill/>
          </a:ln>
        </p:spPr>
      </p:pic>
      <p:sp>
        <p:nvSpPr>
          <p:cNvPr id="917" name="Google Shape;917;p61"/>
          <p:cNvSpPr/>
          <p:nvPr/>
        </p:nvSpPr>
        <p:spPr>
          <a:xfrm>
            <a:off x="646417" y="4155192"/>
            <a:ext cx="3427744" cy="1615688"/>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6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Digress: DBeaver로 ERD</a:t>
            </a:r>
            <a:endParaRPr/>
          </a:p>
        </p:txBody>
      </p:sp>
      <p:sp>
        <p:nvSpPr>
          <p:cNvPr id="923" name="Google Shape;923;p6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pic>
        <p:nvPicPr>
          <p:cNvPr id="924" name="Google Shape;924;p62"/>
          <p:cNvPicPr preferRelativeResize="0"/>
          <p:nvPr/>
        </p:nvPicPr>
        <p:blipFill rotWithShape="1">
          <a:blip r:embed="rId3">
            <a:alphaModFix/>
          </a:blip>
          <a:srcRect/>
          <a:stretch/>
        </p:blipFill>
        <p:spPr>
          <a:xfrm>
            <a:off x="2152727" y="1013119"/>
            <a:ext cx="7875898" cy="555911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6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Digress: Power BI</a:t>
            </a:r>
            <a:endParaRPr/>
          </a:p>
        </p:txBody>
      </p:sp>
      <p:sp>
        <p:nvSpPr>
          <p:cNvPr id="930" name="Google Shape;930;p6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pic>
        <p:nvPicPr>
          <p:cNvPr id="931" name="Google Shape;931;p63" descr="Screenshot of Model view, the model view icon, and relationship details are highlighted."/>
          <p:cNvPicPr preferRelativeResize="0"/>
          <p:nvPr/>
        </p:nvPicPr>
        <p:blipFill rotWithShape="1">
          <a:blip r:embed="rId3">
            <a:alphaModFix/>
          </a:blip>
          <a:srcRect/>
          <a:stretch/>
        </p:blipFill>
        <p:spPr>
          <a:xfrm>
            <a:off x="2327434" y="981867"/>
            <a:ext cx="7537132" cy="5054394"/>
          </a:xfrm>
          <a:prstGeom prst="rect">
            <a:avLst/>
          </a:prstGeom>
          <a:noFill/>
          <a:ln>
            <a:noFill/>
          </a:ln>
        </p:spPr>
      </p:pic>
      <p:sp>
        <p:nvSpPr>
          <p:cNvPr id="932" name="Google Shape;932;p63"/>
          <p:cNvSpPr txBox="1"/>
          <p:nvPr/>
        </p:nvSpPr>
        <p:spPr>
          <a:xfrm>
            <a:off x="2271157" y="6119740"/>
            <a:ext cx="764968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https://learn.microsoft.com/ko-kr/power-bi/transform-model/desktop-relationship-view</a:t>
            </a:r>
            <a:r>
              <a:rPr lang="en-US" sz="1400">
                <a:solidFill>
                  <a:schemeClr val="lt1"/>
                </a:solidFill>
                <a:latin typeface="Sorts Mill Goudy"/>
                <a:ea typeface="Sorts Mill Goudy"/>
                <a:cs typeface="Sorts Mill Goudy"/>
                <a:sym typeface="Sorts Mill Goudy"/>
              </a:rPr>
              <a:t>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6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실습하기</a:t>
            </a:r>
            <a:endParaRPr/>
          </a:p>
        </p:txBody>
      </p:sp>
      <p:sp>
        <p:nvSpPr>
          <p:cNvPr id="938" name="Google Shape;938;p6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pic>
        <p:nvPicPr>
          <p:cNvPr id="939" name="Google Shape;939;p64" descr="나무 배경에 영화 클래퍼입니다. 3d 그림"/>
          <p:cNvPicPr preferRelativeResize="0"/>
          <p:nvPr/>
        </p:nvPicPr>
        <p:blipFill rotWithShape="1">
          <a:blip r:embed="rId3">
            <a:alphaModFix/>
          </a:blip>
          <a:srcRect/>
          <a:stretch/>
        </p:blipFill>
        <p:spPr>
          <a:xfrm>
            <a:off x="1333500" y="1047750"/>
            <a:ext cx="9525000" cy="4762500"/>
          </a:xfrm>
          <a:prstGeom prst="rect">
            <a:avLst/>
          </a:prstGeom>
          <a:noFill/>
          <a:ln>
            <a:noFill/>
          </a:ln>
        </p:spPr>
      </p:pic>
      <p:sp>
        <p:nvSpPr>
          <p:cNvPr id="940" name="Google Shape;940;p64"/>
          <p:cNvSpPr txBox="1"/>
          <p:nvPr/>
        </p:nvSpPr>
        <p:spPr>
          <a:xfrm rot="1558658">
            <a:off x="3973377" y="4015361"/>
            <a:ext cx="15100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Arial"/>
                <a:ea typeface="Arial"/>
                <a:cs typeface="Arial"/>
                <a:sym typeface="Arial"/>
              </a:rPr>
              <a:t>mlflow</a:t>
            </a:r>
            <a:endParaRPr sz="1800" b="1">
              <a:solidFill>
                <a:srgbClr val="FFFF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6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mlflow</a:t>
            </a:r>
            <a:endParaRPr sz="2900"/>
          </a:p>
        </p:txBody>
      </p:sp>
      <p:sp>
        <p:nvSpPr>
          <p:cNvPr id="948" name="Google Shape;948;p6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
        <p:nvSpPr>
          <p:cNvPr id="949" name="Google Shape;949;p65"/>
          <p:cNvSpPr txBox="1"/>
          <p:nvPr/>
        </p:nvSpPr>
        <p:spPr>
          <a:xfrm>
            <a:off x="756501" y="983538"/>
            <a:ext cx="10951590" cy="87594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머신 러닝(Machine learning) 모델의 실험을 tracking하고 model을 공유 및 deploy 할 수 있도록 지원하는 오픈 소스 라이브러리 (Open source Library)</a:t>
            </a:r>
            <a:endParaRPr sz="1800">
              <a:solidFill>
                <a:schemeClr val="lt2"/>
              </a:solidFill>
              <a:latin typeface="Batang"/>
              <a:ea typeface="Batang"/>
              <a:cs typeface="Batang"/>
              <a:sym typeface="Batang"/>
            </a:endParaRPr>
          </a:p>
        </p:txBody>
      </p:sp>
      <p:pic>
        <p:nvPicPr>
          <p:cNvPr id="950" name="Google Shape;950;p65"/>
          <p:cNvPicPr preferRelativeResize="0"/>
          <p:nvPr/>
        </p:nvPicPr>
        <p:blipFill rotWithShape="1">
          <a:blip r:embed="rId3">
            <a:alphaModFix/>
          </a:blip>
          <a:srcRect/>
          <a:stretch/>
        </p:blipFill>
        <p:spPr>
          <a:xfrm>
            <a:off x="2394408" y="2223682"/>
            <a:ext cx="6598763" cy="3495491"/>
          </a:xfrm>
          <a:prstGeom prst="rect">
            <a:avLst/>
          </a:prstGeom>
          <a:noFill/>
          <a:ln>
            <a:noFill/>
          </a:ln>
        </p:spPr>
      </p:pic>
      <p:sp>
        <p:nvSpPr>
          <p:cNvPr id="951" name="Google Shape;951;p65"/>
          <p:cNvSpPr txBox="1"/>
          <p:nvPr/>
        </p:nvSpPr>
        <p:spPr>
          <a:xfrm>
            <a:off x="2394408" y="5874462"/>
            <a:ext cx="609442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rgbClr val="FFFF00"/>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https://mlflow.org/</a:t>
            </a:r>
            <a:r>
              <a:rPr lang="en-US" sz="1400">
                <a:solidFill>
                  <a:srgbClr val="FFFF00"/>
                </a:solidFill>
                <a:latin typeface="Sorts Mill Goudy"/>
                <a:ea typeface="Sorts Mill Goudy"/>
                <a:cs typeface="Sorts Mill Goudy"/>
                <a:sym typeface="Sorts Mill Goudy"/>
              </a:rPr>
              <a:t>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6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실험(Experiment)</a:t>
            </a:r>
            <a:endParaRPr sz="2900"/>
          </a:p>
        </p:txBody>
      </p:sp>
      <p:sp>
        <p:nvSpPr>
          <p:cNvPr id="959" name="Google Shape;959;p6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
        <p:nvSpPr>
          <p:cNvPr id="960" name="Google Shape;960;p66"/>
          <p:cNvSpPr txBox="1"/>
          <p:nvPr/>
        </p:nvSpPr>
        <p:spPr>
          <a:xfrm>
            <a:off x="756501" y="983538"/>
            <a:ext cx="10951590" cy="127419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800"/>
              <a:buFont typeface="Noto Sans Symbols"/>
              <a:buChar char="❖"/>
            </a:pPr>
            <a:r>
              <a:rPr lang="en-US" sz="1800" dirty="0" err="1">
                <a:solidFill>
                  <a:schemeClr val="lt2"/>
                </a:solidFill>
                <a:latin typeface="Batang"/>
                <a:ea typeface="Batang"/>
                <a:cs typeface="Batang"/>
                <a:sym typeface="Batang"/>
              </a:rPr>
              <a:t>실험</a:t>
            </a:r>
            <a:r>
              <a:rPr lang="en-US" sz="1800" dirty="0">
                <a:solidFill>
                  <a:schemeClr val="lt2"/>
                </a:solidFill>
                <a:latin typeface="Batang"/>
                <a:ea typeface="Batang"/>
                <a:cs typeface="Batang"/>
                <a:sym typeface="Batang"/>
              </a:rPr>
              <a:t>(</a:t>
            </a:r>
            <a:r>
              <a:rPr lang="en-US" sz="1800" dirty="0" err="1">
                <a:solidFill>
                  <a:schemeClr val="lt2"/>
                </a:solidFill>
                <a:latin typeface="Batang"/>
                <a:ea typeface="Batang"/>
                <a:cs typeface="Batang"/>
                <a:sym typeface="Batang"/>
              </a:rPr>
              <a:t>Experement</a:t>
            </a:r>
            <a:r>
              <a:rPr lang="en-US" sz="1800" dirty="0">
                <a:solidFill>
                  <a:schemeClr val="lt2"/>
                </a:solidFill>
                <a:latin typeface="Batang"/>
                <a:ea typeface="Batang"/>
                <a:cs typeface="Batang"/>
                <a:sym typeface="Batang"/>
              </a:rPr>
              <a:t>)</a:t>
            </a:r>
            <a:r>
              <a:rPr lang="en-US" sz="1800" dirty="0" err="1">
                <a:solidFill>
                  <a:schemeClr val="lt2"/>
                </a:solidFill>
                <a:latin typeface="Batang"/>
                <a:ea typeface="Batang"/>
                <a:cs typeface="Batang"/>
                <a:sym typeface="Batang"/>
              </a:rPr>
              <a:t>이란</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데이터전처리</a:t>
            </a:r>
            <a:r>
              <a:rPr lang="en-US" sz="1800" dirty="0">
                <a:solidFill>
                  <a:schemeClr val="lt2"/>
                </a:solidFill>
                <a:latin typeface="Batang"/>
                <a:ea typeface="Batang"/>
                <a:cs typeface="Batang"/>
                <a:sym typeface="Batang"/>
              </a:rPr>
              <a:t> – </a:t>
            </a:r>
            <a:r>
              <a:rPr lang="en-US" sz="1800" dirty="0" err="1">
                <a:solidFill>
                  <a:schemeClr val="lt2"/>
                </a:solidFill>
                <a:latin typeface="Batang"/>
                <a:ea typeface="Batang"/>
                <a:cs typeface="Batang"/>
                <a:sym typeface="Batang"/>
              </a:rPr>
              <a:t>모델의</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파라미터</a:t>
            </a:r>
            <a:r>
              <a:rPr lang="en-US" sz="1800" dirty="0">
                <a:solidFill>
                  <a:schemeClr val="lt2"/>
                </a:solidFill>
                <a:latin typeface="Batang"/>
                <a:ea typeface="Batang"/>
                <a:cs typeface="Batang"/>
                <a:sym typeface="Batang"/>
              </a:rPr>
              <a:t> – </a:t>
            </a:r>
            <a:r>
              <a:rPr lang="en-US" sz="1800" dirty="0" err="1">
                <a:solidFill>
                  <a:schemeClr val="lt2"/>
                </a:solidFill>
                <a:latin typeface="Batang"/>
                <a:ea typeface="Batang"/>
                <a:cs typeface="Batang"/>
                <a:sym typeface="Batang"/>
              </a:rPr>
              <a:t>성능지표</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등의</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다양한</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경우를</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Try하여</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모델</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평가</a:t>
            </a:r>
            <a:r>
              <a:rPr lang="en-US" sz="1800" dirty="0">
                <a:solidFill>
                  <a:schemeClr val="lt2"/>
                </a:solidFill>
                <a:latin typeface="Batang"/>
                <a:ea typeface="Batang"/>
                <a:cs typeface="Batang"/>
                <a:sym typeface="Batang"/>
              </a:rPr>
              <a:t> 및 </a:t>
            </a:r>
            <a:r>
              <a:rPr lang="en-US" sz="1800" dirty="0" err="1">
                <a:solidFill>
                  <a:schemeClr val="lt2"/>
                </a:solidFill>
                <a:latin typeface="Batang"/>
                <a:ea typeface="Batang"/>
                <a:cs typeface="Batang"/>
                <a:sym typeface="Batang"/>
              </a:rPr>
              <a:t>선택하기</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위한</a:t>
            </a:r>
            <a:r>
              <a:rPr lang="en-US" sz="1800" dirty="0">
                <a:solidFill>
                  <a:schemeClr val="lt2"/>
                </a:solidFill>
                <a:latin typeface="Batang"/>
                <a:ea typeface="Batang"/>
                <a:cs typeface="Batang"/>
                <a:sym typeface="Batang"/>
              </a:rPr>
              <a:t> </a:t>
            </a:r>
            <a:r>
              <a:rPr lang="en-US" sz="1800" dirty="0" err="1">
                <a:solidFill>
                  <a:schemeClr val="lt2"/>
                </a:solidFill>
                <a:latin typeface="Batang"/>
                <a:ea typeface="Batang"/>
                <a:cs typeface="Batang"/>
                <a:sym typeface="Batang"/>
              </a:rPr>
              <a:t>과정</a:t>
            </a:r>
            <a:r>
              <a:rPr lang="en-US" sz="1800" dirty="0">
                <a:solidFill>
                  <a:schemeClr val="lt2"/>
                </a:solidFill>
                <a:latin typeface="Batang"/>
                <a:ea typeface="Batang"/>
                <a:cs typeface="Batang"/>
                <a:sym typeface="Batang"/>
              </a:rPr>
              <a:t>  </a:t>
            </a:r>
            <a:endParaRPr dirty="0"/>
          </a:p>
          <a:p>
            <a:pPr marL="285750" marR="0" lvl="0" indent="-285750" algn="l" rtl="0">
              <a:lnSpc>
                <a:spcPct val="150000"/>
              </a:lnSpc>
              <a:spcBef>
                <a:spcPts val="0"/>
              </a:spcBef>
              <a:spcAft>
                <a:spcPts val="0"/>
              </a:spcAft>
              <a:buClr>
                <a:schemeClr val="lt2"/>
              </a:buClr>
              <a:buSzPts val="1800"/>
              <a:buFont typeface="Noto Sans Symbols"/>
              <a:buChar char="❖"/>
            </a:pPr>
            <a:r>
              <a:rPr lang="en-US" sz="1800" dirty="0">
                <a:solidFill>
                  <a:schemeClr val="lt2"/>
                </a:solidFill>
                <a:latin typeface="Batang"/>
                <a:ea typeface="Batang"/>
                <a:cs typeface="Batang"/>
                <a:sym typeface="Batang"/>
              </a:rPr>
              <a:t>2023/2 – </a:t>
            </a:r>
            <a:r>
              <a:rPr lang="en-US" sz="1800" dirty="0" err="1">
                <a:solidFill>
                  <a:schemeClr val="lt2"/>
                </a:solidFill>
                <a:latin typeface="Batang"/>
                <a:ea typeface="Batang"/>
                <a:cs typeface="Batang"/>
                <a:sym typeface="Batang"/>
              </a:rPr>
              <a:t>데이터활용능력</a:t>
            </a:r>
            <a:r>
              <a:rPr lang="en-US" sz="1800" dirty="0">
                <a:solidFill>
                  <a:schemeClr val="lt2"/>
                </a:solidFill>
                <a:latin typeface="Batang"/>
                <a:ea typeface="Batang"/>
                <a:cs typeface="Batang"/>
                <a:sym typeface="Batang"/>
              </a:rPr>
              <a:t>(WEKA)의 </a:t>
            </a:r>
            <a:r>
              <a:rPr lang="en-US" sz="1800" dirty="0" err="1">
                <a:solidFill>
                  <a:schemeClr val="lt2"/>
                </a:solidFill>
                <a:latin typeface="Batang"/>
                <a:ea typeface="Batang"/>
                <a:cs typeface="Batang"/>
                <a:sym typeface="Batang"/>
              </a:rPr>
              <a:t>기말과제</a:t>
            </a:r>
            <a:endParaRPr dirty="0"/>
          </a:p>
        </p:txBody>
      </p:sp>
      <p:pic>
        <p:nvPicPr>
          <p:cNvPr id="961" name="Google Shape;961;p66"/>
          <p:cNvPicPr preferRelativeResize="0"/>
          <p:nvPr/>
        </p:nvPicPr>
        <p:blipFill rotWithShape="1">
          <a:blip r:embed="rId3">
            <a:alphaModFix/>
          </a:blip>
          <a:srcRect/>
          <a:stretch/>
        </p:blipFill>
        <p:spPr>
          <a:xfrm>
            <a:off x="1255328" y="2925507"/>
            <a:ext cx="8610379" cy="2874514"/>
          </a:xfrm>
          <a:prstGeom prst="rect">
            <a:avLst/>
          </a:prstGeom>
          <a:noFill/>
          <a:ln w="9525" cap="flat" cmpd="sng">
            <a:solidFill>
              <a:srgbClr val="00B0F0"/>
            </a:solidFill>
            <a:prstDash val="solid"/>
            <a:round/>
            <a:headEnd type="none" w="sm" len="sm"/>
            <a:tailEnd type="none" w="sm" len="sm"/>
          </a:ln>
        </p:spPr>
      </p:pic>
      <p:pic>
        <p:nvPicPr>
          <p:cNvPr id="962" name="Google Shape;962;p66"/>
          <p:cNvPicPr preferRelativeResize="0"/>
          <p:nvPr/>
        </p:nvPicPr>
        <p:blipFill rotWithShape="1">
          <a:blip r:embed="rId4">
            <a:alphaModFix/>
          </a:blip>
          <a:srcRect/>
          <a:stretch/>
        </p:blipFill>
        <p:spPr>
          <a:xfrm>
            <a:off x="5217239" y="5874462"/>
            <a:ext cx="5113463" cy="23624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6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실험(Experiment) – Tunning</a:t>
            </a:r>
            <a:endParaRPr sz="2900"/>
          </a:p>
        </p:txBody>
      </p:sp>
      <p:sp>
        <p:nvSpPr>
          <p:cNvPr id="970" name="Google Shape;970;p6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sp>
        <p:nvSpPr>
          <p:cNvPr id="971" name="Google Shape;971;p67"/>
          <p:cNvSpPr txBox="1"/>
          <p:nvPr/>
        </p:nvSpPr>
        <p:spPr>
          <a:xfrm>
            <a:off x="756501" y="997899"/>
            <a:ext cx="3768365" cy="44319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Noto Sans Symbols"/>
              <a:buChar char="❖"/>
            </a:pPr>
            <a:r>
              <a:rPr lang="en-US" sz="1800" u="sng">
                <a:solidFill>
                  <a:schemeClr val="lt1"/>
                </a:solidFill>
                <a:latin typeface="Batang"/>
                <a:ea typeface="Batang"/>
                <a:cs typeface="Batang"/>
                <a:sym typeface="Batang"/>
                <a:hlinkClick r:id="rId3">
                  <a:extLst>
                    <a:ext uri="{A12FA001-AC4F-418D-AE19-62706E023703}">
                      <ahyp:hlinkClr xmlns:ahyp="http://schemas.microsoft.com/office/drawing/2018/hyperlinkcolor" val="tx"/>
                    </a:ext>
                  </a:extLst>
                </a:hlinkClick>
              </a:rPr>
              <a:t>K-Nearest Neighbors Demo</a:t>
            </a:r>
            <a:endParaRPr sz="1800">
              <a:solidFill>
                <a:schemeClr val="lt1"/>
              </a:solidFill>
              <a:latin typeface="Batang"/>
              <a:ea typeface="Batang"/>
              <a:cs typeface="Batang"/>
              <a:sym typeface="Batang"/>
            </a:endParaRPr>
          </a:p>
        </p:txBody>
      </p:sp>
      <p:pic>
        <p:nvPicPr>
          <p:cNvPr id="972" name="Google Shape;972;p67"/>
          <p:cNvPicPr preferRelativeResize="0"/>
          <p:nvPr/>
        </p:nvPicPr>
        <p:blipFill rotWithShape="1">
          <a:blip r:embed="rId4">
            <a:alphaModFix/>
          </a:blip>
          <a:srcRect/>
          <a:stretch/>
        </p:blipFill>
        <p:spPr>
          <a:xfrm>
            <a:off x="756501" y="1647309"/>
            <a:ext cx="5806925" cy="3669406"/>
          </a:xfrm>
          <a:prstGeom prst="rect">
            <a:avLst/>
          </a:prstGeom>
          <a:noFill/>
          <a:ln>
            <a:noFill/>
          </a:ln>
        </p:spPr>
      </p:pic>
      <p:grpSp>
        <p:nvGrpSpPr>
          <p:cNvPr id="973" name="Google Shape;973;p67"/>
          <p:cNvGrpSpPr/>
          <p:nvPr/>
        </p:nvGrpSpPr>
        <p:grpSpPr>
          <a:xfrm>
            <a:off x="6810081" y="997899"/>
            <a:ext cx="5256229" cy="2707353"/>
            <a:chOff x="6810081" y="997899"/>
            <a:chExt cx="5256229" cy="2707353"/>
          </a:xfrm>
        </p:grpSpPr>
        <p:sp>
          <p:nvSpPr>
            <p:cNvPr id="974" name="Google Shape;974;p67"/>
            <p:cNvSpPr txBox="1"/>
            <p:nvPr/>
          </p:nvSpPr>
          <p:spPr>
            <a:xfrm>
              <a:off x="6810081" y="997899"/>
              <a:ext cx="5256229" cy="44319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1"/>
                </a:buClr>
                <a:buSzPts val="1800"/>
                <a:buFont typeface="Noto Sans Symbols"/>
                <a:buChar char="❖"/>
              </a:pPr>
              <a:r>
                <a:rPr lang="en-US" sz="1800" u="sng">
                  <a:solidFill>
                    <a:schemeClr val="lt1"/>
                  </a:solidFill>
                  <a:latin typeface="Batang"/>
                  <a:ea typeface="Batang"/>
                  <a:cs typeface="Batang"/>
                  <a:sym typeface="Batang"/>
                  <a:hlinkClick r:id="rId5">
                    <a:extLst>
                      <a:ext uri="{A12FA001-AC4F-418D-AE19-62706E023703}">
                        <ahyp:hlinkClr xmlns:ahyp="http://schemas.microsoft.com/office/drawing/2018/hyperlinkcolor" val="tx"/>
                      </a:ext>
                    </a:extLst>
                  </a:hlinkClick>
                </a:rPr>
                <a:t>sklearn.neighbors.KNeighborsClassifier</a:t>
              </a:r>
              <a:endParaRPr sz="1800">
                <a:solidFill>
                  <a:schemeClr val="lt1"/>
                </a:solidFill>
                <a:latin typeface="Batang"/>
                <a:ea typeface="Batang"/>
                <a:cs typeface="Batang"/>
                <a:sym typeface="Batang"/>
              </a:endParaRPr>
            </a:p>
          </p:txBody>
        </p:sp>
        <p:pic>
          <p:nvPicPr>
            <p:cNvPr id="975" name="Google Shape;975;p67"/>
            <p:cNvPicPr preferRelativeResize="0"/>
            <p:nvPr/>
          </p:nvPicPr>
          <p:blipFill rotWithShape="1">
            <a:blip r:embed="rId6">
              <a:alphaModFix/>
            </a:blip>
            <a:srcRect/>
            <a:stretch/>
          </p:blipFill>
          <p:spPr>
            <a:xfrm>
              <a:off x="6894198" y="1647309"/>
              <a:ext cx="5087993" cy="205794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pic>
        <p:nvPicPr>
          <p:cNvPr id="982" name="Google Shape;982;p68"/>
          <p:cNvPicPr preferRelativeResize="0"/>
          <p:nvPr/>
        </p:nvPicPr>
        <p:blipFill rotWithShape="1">
          <a:blip r:embed="rId3">
            <a:alphaModFix/>
          </a:blip>
          <a:srcRect/>
          <a:stretch/>
        </p:blipFill>
        <p:spPr>
          <a:xfrm>
            <a:off x="7444008" y="1605459"/>
            <a:ext cx="4685684" cy="2655455"/>
          </a:xfrm>
          <a:prstGeom prst="rect">
            <a:avLst/>
          </a:prstGeom>
          <a:noFill/>
          <a:ln>
            <a:noFill/>
          </a:ln>
        </p:spPr>
      </p:pic>
      <p:sp>
        <p:nvSpPr>
          <p:cNvPr id="983" name="Google Shape;983;p6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mlflow docker</a:t>
            </a:r>
            <a:endParaRPr sz="2900"/>
          </a:p>
        </p:txBody>
      </p:sp>
      <p:sp>
        <p:nvSpPr>
          <p:cNvPr id="984" name="Google Shape;984;p6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
        <p:nvSpPr>
          <p:cNvPr id="985" name="Google Shape;985;p68"/>
          <p:cNvSpPr txBox="1"/>
          <p:nvPr/>
        </p:nvSpPr>
        <p:spPr>
          <a:xfrm>
            <a:off x="976768" y="3174327"/>
            <a:ext cx="10511055" cy="152984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 </a:t>
            </a:r>
            <a:r>
              <a:rPr lang="en-US" sz="1600">
                <a:solidFill>
                  <a:srgbClr val="FFFF00"/>
                </a:solidFill>
                <a:latin typeface="Sorts Mill Goudy"/>
                <a:ea typeface="Sorts Mill Goudy"/>
                <a:cs typeface="Sorts Mill Goudy"/>
                <a:sym typeface="Sorts Mill Goudy"/>
              </a:rPr>
              <a:t>git clone https://github.com/devinlife/mlflow-demo.git</a:t>
            </a:r>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 </a:t>
            </a:r>
            <a:r>
              <a:rPr lang="en-US" sz="1600">
                <a:solidFill>
                  <a:srgbClr val="FFFF00"/>
                </a:solidFill>
                <a:latin typeface="Sorts Mill Goudy"/>
                <a:ea typeface="Sorts Mill Goudy"/>
                <a:cs typeface="Sorts Mill Goudy"/>
                <a:sym typeface="Sorts Mill Goudy"/>
              </a:rPr>
              <a:t>cd mlflow-demo</a:t>
            </a:r>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 </a:t>
            </a:r>
            <a:r>
              <a:rPr lang="en-US" sz="1600">
                <a:solidFill>
                  <a:srgbClr val="FFFF00"/>
                </a:solidFill>
                <a:latin typeface="Sorts Mill Goudy"/>
                <a:ea typeface="Sorts Mill Goudy"/>
                <a:cs typeface="Sorts Mill Goudy"/>
                <a:sym typeface="Sorts Mill Goudy"/>
              </a:rPr>
              <a:t>docker build -t my-mlflow-image .</a:t>
            </a:r>
            <a:endParaRPr/>
          </a:p>
          <a:p>
            <a:pPr marL="0" marR="0" lvl="0" indent="0" algn="l" rtl="0">
              <a:lnSpc>
                <a:spcPct val="150000"/>
              </a:lnSpc>
              <a:spcBef>
                <a:spcPts val="0"/>
              </a:spcBef>
              <a:spcAft>
                <a:spcPts val="0"/>
              </a:spcAft>
              <a:buNone/>
            </a:pPr>
            <a:r>
              <a:rPr lang="en-US" sz="1600">
                <a:solidFill>
                  <a:schemeClr val="lt1"/>
                </a:solidFill>
                <a:latin typeface="Sorts Mill Goudy"/>
                <a:ea typeface="Sorts Mill Goudy"/>
                <a:cs typeface="Sorts Mill Goudy"/>
                <a:sym typeface="Sorts Mill Goudy"/>
              </a:rPr>
              <a:t>ancestor9@DESKTOP-LMLFU0S:~$ </a:t>
            </a:r>
            <a:r>
              <a:rPr lang="en-US" sz="1600">
                <a:solidFill>
                  <a:srgbClr val="FFFF00"/>
                </a:solidFill>
                <a:latin typeface="Sorts Mill Goudy"/>
                <a:ea typeface="Sorts Mill Goudy"/>
                <a:cs typeface="Sorts Mill Goudy"/>
                <a:sym typeface="Sorts Mill Goudy"/>
              </a:rPr>
              <a:t>docker run -p 5010:5010 my-mlflow-image</a:t>
            </a:r>
            <a:endParaRPr sz="1600">
              <a:solidFill>
                <a:srgbClr val="FFFF00"/>
              </a:solidFill>
              <a:latin typeface="Sorts Mill Goudy"/>
              <a:ea typeface="Sorts Mill Goudy"/>
              <a:cs typeface="Sorts Mill Goudy"/>
              <a:sym typeface="Sorts Mill Goudy"/>
            </a:endParaRPr>
          </a:p>
        </p:txBody>
      </p:sp>
      <p:sp>
        <p:nvSpPr>
          <p:cNvPr id="986" name="Google Shape;986;p68"/>
          <p:cNvSpPr txBox="1"/>
          <p:nvPr/>
        </p:nvSpPr>
        <p:spPr>
          <a:xfrm>
            <a:off x="756501" y="983538"/>
            <a:ext cx="10951590" cy="85869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800"/>
              <a:buFont typeface="Noto Sans Symbols"/>
              <a:buChar char="❖"/>
            </a:pPr>
            <a:r>
              <a:rPr lang="en-US" sz="1800">
                <a:solidFill>
                  <a:schemeClr val="lt2"/>
                </a:solidFill>
                <a:latin typeface="Batang"/>
                <a:ea typeface="Batang"/>
                <a:cs typeface="Batang"/>
                <a:sym typeface="Batang"/>
              </a:rPr>
              <a:t>MLflow를 포함하는 Docker 이미지를 빌드하고 실행하면 MLflow 서버를 실행하고 해당 서버에 대한 포트 매핑을 설정하여 외부에서 접근 가능</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6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mlflow UI</a:t>
            </a:r>
            <a:endParaRPr sz="2900"/>
          </a:p>
        </p:txBody>
      </p:sp>
      <p:sp>
        <p:nvSpPr>
          <p:cNvPr id="994" name="Google Shape;994;p6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pic>
        <p:nvPicPr>
          <p:cNvPr id="995" name="Google Shape;995;p69"/>
          <p:cNvPicPr preferRelativeResize="0"/>
          <p:nvPr/>
        </p:nvPicPr>
        <p:blipFill rotWithShape="1">
          <a:blip r:embed="rId3">
            <a:alphaModFix/>
          </a:blip>
          <a:srcRect/>
          <a:stretch/>
        </p:blipFill>
        <p:spPr>
          <a:xfrm>
            <a:off x="782414" y="1324642"/>
            <a:ext cx="10881674" cy="3560548"/>
          </a:xfrm>
          <a:prstGeom prst="rect">
            <a:avLst/>
          </a:prstGeom>
          <a:noFill/>
          <a:ln>
            <a:noFill/>
          </a:ln>
        </p:spPr>
      </p:pic>
      <p:sp>
        <p:nvSpPr>
          <p:cNvPr id="996" name="Google Shape;996;p69"/>
          <p:cNvSpPr txBox="1"/>
          <p:nvPr/>
        </p:nvSpPr>
        <p:spPr>
          <a:xfrm>
            <a:off x="699941" y="4996533"/>
            <a:ext cx="350441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chemeClr val="lt1"/>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https://devinlife.com/mlflow/intro-mlflow/</a:t>
            </a:r>
            <a:r>
              <a:rPr lang="en-US" sz="1400">
                <a:solidFill>
                  <a:schemeClr val="lt1"/>
                </a:solidFill>
                <a:latin typeface="Sorts Mill Goudy"/>
                <a:ea typeface="Sorts Mill Goudy"/>
                <a:cs typeface="Sorts Mill Goudy"/>
                <a:sym typeface="Sorts Mill Goudy"/>
              </a:rPr>
              <a:t>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pic>
        <p:nvPicPr>
          <p:cNvPr id="1001" name="Google Shape;1001;p70" descr="박수 보드 길가 제이콥과 라이언"/>
          <p:cNvPicPr preferRelativeResize="0"/>
          <p:nvPr/>
        </p:nvPicPr>
        <p:blipFill rotWithShape="1">
          <a:blip r:embed="rId3">
            <a:alphaModFix/>
          </a:blip>
          <a:srcRect/>
          <a:stretch/>
        </p:blipFill>
        <p:spPr>
          <a:xfrm>
            <a:off x="2302031" y="1273761"/>
            <a:ext cx="7045118" cy="4762500"/>
          </a:xfrm>
          <a:prstGeom prst="rect">
            <a:avLst/>
          </a:prstGeom>
          <a:noFill/>
          <a:ln>
            <a:noFill/>
          </a:ln>
        </p:spPr>
      </p:pic>
      <p:sp>
        <p:nvSpPr>
          <p:cNvPr id="1002" name="Google Shape;1002;p7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00"/>
              </a:buClr>
              <a:buSzPts val="3200"/>
              <a:buFont typeface="Batang"/>
              <a:buNone/>
            </a:pPr>
            <a:r>
              <a:rPr lang="en-US" b="1">
                <a:solidFill>
                  <a:srgbClr val="FFFF00"/>
                </a:solidFill>
              </a:rPr>
              <a:t>과제 - 2</a:t>
            </a:r>
            <a:endParaRPr b="1">
              <a:solidFill>
                <a:srgbClr val="FFFF00"/>
              </a:solidFill>
            </a:endParaRPr>
          </a:p>
        </p:txBody>
      </p:sp>
      <p:sp>
        <p:nvSpPr>
          <p:cNvPr id="1003" name="Google Shape;1003;p7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7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3200"/>
              <a:buFont typeface="Batang"/>
              <a:buNone/>
            </a:pPr>
            <a:r>
              <a:rPr lang="en-US" b="1">
                <a:solidFill>
                  <a:srgbClr val="00B0F0"/>
                </a:solidFill>
              </a:rPr>
              <a:t>Docker Lifecycle</a:t>
            </a:r>
            <a:endParaRPr b="1">
              <a:solidFill>
                <a:srgbClr val="00B0F0"/>
              </a:solidFill>
            </a:endParaRPr>
          </a:p>
        </p:txBody>
      </p:sp>
      <p:sp>
        <p:nvSpPr>
          <p:cNvPr id="1009" name="Google Shape;1009;p7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
        <p:nvSpPr>
          <p:cNvPr id="1010" name="Google Shape;1010;p71"/>
          <p:cNvSpPr txBox="1"/>
          <p:nvPr/>
        </p:nvSpPr>
        <p:spPr>
          <a:xfrm>
            <a:off x="1920467" y="6036261"/>
            <a:ext cx="640140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Sorts Mill Goudy"/>
                <a:ea typeface="Sorts Mill Goudy"/>
                <a:cs typeface="Sorts Mill Goudy"/>
                <a:sym typeface="Sorts Mill Goudy"/>
              </a:rPr>
              <a:t>https://www.linkedin.com/pulse/understanding-docker-container-lifecycle-depth-rohit-kumar-shaw/</a:t>
            </a:r>
            <a:endParaRPr sz="1200">
              <a:solidFill>
                <a:schemeClr val="lt1"/>
              </a:solidFill>
              <a:latin typeface="Sorts Mill Goudy"/>
              <a:ea typeface="Sorts Mill Goudy"/>
              <a:cs typeface="Sorts Mill Goudy"/>
              <a:sym typeface="Sorts Mill Goudy"/>
            </a:endParaRPr>
          </a:p>
        </p:txBody>
      </p:sp>
      <p:pic>
        <p:nvPicPr>
          <p:cNvPr id="1011" name="Google Shape;1011;p71" descr="Docker container's lifecycle and command used to reach that state"/>
          <p:cNvPicPr preferRelativeResize="0"/>
          <p:nvPr/>
        </p:nvPicPr>
        <p:blipFill rotWithShape="1">
          <a:blip r:embed="rId3">
            <a:alphaModFix/>
          </a:blip>
          <a:srcRect/>
          <a:stretch/>
        </p:blipFill>
        <p:spPr>
          <a:xfrm>
            <a:off x="2033588" y="1142999"/>
            <a:ext cx="8665835" cy="4876437"/>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7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3200"/>
              <a:buFont typeface="Batang"/>
              <a:buNone/>
            </a:pPr>
            <a:r>
              <a:rPr lang="en-US" b="1">
                <a:solidFill>
                  <a:srgbClr val="00B0F0"/>
                </a:solidFill>
              </a:rPr>
              <a:t>Docker Engine</a:t>
            </a:r>
            <a:endParaRPr b="1">
              <a:solidFill>
                <a:srgbClr val="00B0F0"/>
              </a:solidFill>
            </a:endParaRPr>
          </a:p>
        </p:txBody>
      </p:sp>
      <p:sp>
        <p:nvSpPr>
          <p:cNvPr id="1017" name="Google Shape;1017;p7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sp>
        <p:nvSpPr>
          <p:cNvPr id="1018" name="Google Shape;1018;p72"/>
          <p:cNvSpPr txBox="1"/>
          <p:nvPr/>
        </p:nvSpPr>
        <p:spPr>
          <a:xfrm>
            <a:off x="546149" y="5840382"/>
            <a:ext cx="1041722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u="sng">
                <a:solidFill>
                  <a:schemeClr val="lt1"/>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https://seosh817.tistory.com/353?category=1035901, https://docker-saigon.github.io/post/Docker-Internals/</a:t>
            </a:r>
            <a:r>
              <a:rPr lang="en-US" sz="1200">
                <a:solidFill>
                  <a:schemeClr val="lt1"/>
                </a:solidFill>
                <a:latin typeface="Sorts Mill Goudy"/>
                <a:ea typeface="Sorts Mill Goudy"/>
                <a:cs typeface="Sorts Mill Goudy"/>
                <a:sym typeface="Sorts Mill Goudy"/>
              </a:rPr>
              <a:t> </a:t>
            </a:r>
            <a:endParaRPr/>
          </a:p>
        </p:txBody>
      </p:sp>
      <p:pic>
        <p:nvPicPr>
          <p:cNvPr id="1019" name="Google Shape;1019;p72"/>
          <p:cNvPicPr preferRelativeResize="0"/>
          <p:nvPr/>
        </p:nvPicPr>
        <p:blipFill rotWithShape="1">
          <a:blip r:embed="rId4">
            <a:alphaModFix/>
          </a:blip>
          <a:srcRect/>
          <a:stretch/>
        </p:blipFill>
        <p:spPr>
          <a:xfrm>
            <a:off x="628098" y="938409"/>
            <a:ext cx="11287230" cy="4821367"/>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7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Batang"/>
              <a:buNone/>
            </a:pPr>
            <a:r>
              <a:rPr lang="en-US" b="1">
                <a:solidFill>
                  <a:schemeClr val="lt1"/>
                </a:solidFill>
              </a:rPr>
              <a:t>Docker for Data Science – A Step by Step Guide</a:t>
            </a:r>
            <a:endParaRPr b="1">
              <a:solidFill>
                <a:schemeClr val="lt1"/>
              </a:solidFill>
            </a:endParaRPr>
          </a:p>
        </p:txBody>
      </p:sp>
      <p:sp>
        <p:nvSpPr>
          <p:cNvPr id="1025" name="Google Shape;1025;p7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sp>
        <p:nvSpPr>
          <p:cNvPr id="1026" name="Google Shape;1026;p73"/>
          <p:cNvSpPr txBox="1"/>
          <p:nvPr/>
        </p:nvSpPr>
        <p:spPr>
          <a:xfrm>
            <a:off x="1440229" y="5644534"/>
            <a:ext cx="622041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u="sng">
                <a:solidFill>
                  <a:schemeClr val="lt1"/>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https://dagshub.com/blog/setting-up-data-science-workspace-with-docker/</a:t>
            </a:r>
            <a:r>
              <a:rPr lang="en-US" sz="1600">
                <a:solidFill>
                  <a:schemeClr val="lt1"/>
                </a:solidFill>
                <a:latin typeface="Sorts Mill Goudy"/>
                <a:ea typeface="Sorts Mill Goudy"/>
                <a:cs typeface="Sorts Mill Goudy"/>
                <a:sym typeface="Sorts Mill Goudy"/>
              </a:rPr>
              <a:t> </a:t>
            </a:r>
            <a:endParaRPr sz="1600">
              <a:solidFill>
                <a:schemeClr val="lt1"/>
              </a:solidFill>
              <a:latin typeface="Sorts Mill Goudy"/>
              <a:ea typeface="Sorts Mill Goudy"/>
              <a:cs typeface="Sorts Mill Goudy"/>
              <a:sym typeface="Sorts Mill Goudy"/>
            </a:endParaRPr>
          </a:p>
        </p:txBody>
      </p:sp>
      <p:pic>
        <p:nvPicPr>
          <p:cNvPr id="1027" name="Google Shape;1027;p73" descr="Docker for Data Science – A Step by Step Guide"/>
          <p:cNvPicPr preferRelativeResize="0"/>
          <p:nvPr/>
        </p:nvPicPr>
        <p:blipFill rotWithShape="1">
          <a:blip r:embed="rId4">
            <a:alphaModFix/>
          </a:blip>
          <a:srcRect/>
          <a:stretch/>
        </p:blipFill>
        <p:spPr>
          <a:xfrm>
            <a:off x="1513840" y="1089802"/>
            <a:ext cx="6560820" cy="4382628"/>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7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3200"/>
              <a:buFont typeface="Batang"/>
              <a:buNone/>
            </a:pPr>
            <a:r>
              <a:rPr lang="en-US" b="1">
                <a:solidFill>
                  <a:srgbClr val="00B0F0"/>
                </a:solidFill>
              </a:rPr>
              <a:t>Docker</a:t>
            </a:r>
            <a:endParaRPr b="1">
              <a:solidFill>
                <a:srgbClr val="00B0F0"/>
              </a:solidFill>
            </a:endParaRPr>
          </a:p>
        </p:txBody>
      </p:sp>
      <p:sp>
        <p:nvSpPr>
          <p:cNvPr id="1033" name="Google Shape;1033;p7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sp>
        <p:nvSpPr>
          <p:cNvPr id="1034" name="Google Shape;1034;p74"/>
          <p:cNvSpPr txBox="1"/>
          <p:nvPr/>
        </p:nvSpPr>
        <p:spPr>
          <a:xfrm>
            <a:off x="627610" y="960426"/>
            <a:ext cx="10508739" cy="118056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p>
            <a:pPr marL="342900" marR="0" lvl="0" indent="-306000" algn="l" rtl="0">
              <a:lnSpc>
                <a:spcPct val="100000"/>
              </a:lnSpc>
              <a:spcBef>
                <a:spcPts val="0"/>
              </a:spcBef>
              <a:spcAft>
                <a:spcPts val="0"/>
              </a:spcAft>
              <a:buClr>
                <a:schemeClr val="lt2"/>
              </a:buClr>
              <a:buSzPts val="1260"/>
              <a:buFont typeface="Noto Sans Symbols"/>
              <a:buChar char="❖"/>
            </a:pPr>
            <a:r>
              <a:rPr lang="en-US" sz="1800" b="1">
                <a:solidFill>
                  <a:schemeClr val="lt1"/>
                </a:solidFill>
                <a:latin typeface="Batang"/>
                <a:ea typeface="Batang"/>
                <a:cs typeface="Batang"/>
                <a:sym typeface="Batang"/>
              </a:rPr>
              <a:t>Docker에 대하여 잘 설명된 글(</a:t>
            </a:r>
            <a:r>
              <a:rPr lang="en-US" sz="1800" u="sng">
                <a:solidFill>
                  <a:schemeClr val="lt2"/>
                </a:solidFill>
                <a:latin typeface="Batang"/>
                <a:ea typeface="Batang"/>
                <a:cs typeface="Batang"/>
                <a:sym typeface="Batang"/>
                <a:hlinkClick r:id="rId3">
                  <a:extLst>
                    <a:ext uri="{A12FA001-AC4F-418D-AE19-62706E023703}">
                      <ahyp:hlinkClr xmlns:ahyp="http://schemas.microsoft.com/office/drawing/2018/hyperlinkcolor" val="tx"/>
                    </a:ext>
                  </a:extLst>
                </a:hlinkClick>
              </a:rPr>
              <a:t>https://seosh817.tistory.com/tag/docker</a:t>
            </a:r>
            <a:r>
              <a:rPr lang="en-US" sz="1800">
                <a:solidFill>
                  <a:schemeClr val="lt2"/>
                </a:solidFill>
                <a:latin typeface="Batang"/>
                <a:ea typeface="Batang"/>
                <a:cs typeface="Batang"/>
                <a:sym typeface="Batang"/>
              </a:rPr>
              <a:t> </a:t>
            </a:r>
            <a:r>
              <a:rPr lang="en-US" sz="1800" b="1">
                <a:solidFill>
                  <a:schemeClr val="lt1"/>
                </a:solidFill>
                <a:latin typeface="Batang"/>
                <a:ea typeface="Batang"/>
                <a:cs typeface="Batang"/>
                <a:sym typeface="Batang"/>
              </a:rPr>
              <a:t>)</a:t>
            </a:r>
            <a:endParaRPr sz="1800">
              <a:solidFill>
                <a:schemeClr val="lt2"/>
              </a:solidFill>
              <a:latin typeface="Batang"/>
              <a:ea typeface="Batang"/>
              <a:cs typeface="Batang"/>
              <a:sym typeface="Batang"/>
            </a:endParaRPr>
          </a:p>
        </p:txBody>
      </p:sp>
      <p:pic>
        <p:nvPicPr>
          <p:cNvPr id="1035" name="Google Shape;1035;p74"/>
          <p:cNvPicPr preferRelativeResize="0"/>
          <p:nvPr/>
        </p:nvPicPr>
        <p:blipFill rotWithShape="1">
          <a:blip r:embed="rId4">
            <a:alphaModFix/>
          </a:blip>
          <a:srcRect/>
          <a:stretch/>
        </p:blipFill>
        <p:spPr>
          <a:xfrm>
            <a:off x="1061243" y="1460875"/>
            <a:ext cx="3926353" cy="4016098"/>
          </a:xfrm>
          <a:prstGeom prst="rect">
            <a:avLst/>
          </a:prstGeom>
          <a:noFill/>
          <a:ln>
            <a:noFill/>
          </a:ln>
        </p:spPr>
      </p:pic>
      <p:pic>
        <p:nvPicPr>
          <p:cNvPr id="1036" name="Google Shape;1036;p74"/>
          <p:cNvPicPr preferRelativeResize="0"/>
          <p:nvPr/>
        </p:nvPicPr>
        <p:blipFill rotWithShape="1">
          <a:blip r:embed="rId5">
            <a:alphaModFix/>
          </a:blip>
          <a:srcRect/>
          <a:stretch/>
        </p:blipFill>
        <p:spPr>
          <a:xfrm>
            <a:off x="5171400" y="1460875"/>
            <a:ext cx="3942976" cy="4016098"/>
          </a:xfrm>
          <a:prstGeom prst="rect">
            <a:avLst/>
          </a:prstGeom>
          <a:noFill/>
          <a:ln>
            <a:noFill/>
          </a:ln>
        </p:spPr>
      </p:pic>
      <p:pic>
        <p:nvPicPr>
          <p:cNvPr id="1037" name="Google Shape;1037;p74"/>
          <p:cNvPicPr preferRelativeResize="0"/>
          <p:nvPr/>
        </p:nvPicPr>
        <p:blipFill rotWithShape="1">
          <a:blip r:embed="rId6">
            <a:alphaModFix/>
          </a:blip>
          <a:srcRect/>
          <a:stretch/>
        </p:blipFill>
        <p:spPr>
          <a:xfrm>
            <a:off x="5171400" y="5585932"/>
            <a:ext cx="4555988" cy="900658"/>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7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How to start / stop docker on WSL2</a:t>
            </a:r>
            <a:endParaRPr/>
          </a:p>
        </p:txBody>
      </p:sp>
      <p:sp>
        <p:nvSpPr>
          <p:cNvPr id="1043" name="Google Shape;1043;p7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
        <p:nvSpPr>
          <p:cNvPr id="1044" name="Google Shape;1044;p75"/>
          <p:cNvSpPr txBox="1"/>
          <p:nvPr/>
        </p:nvSpPr>
        <p:spPr>
          <a:xfrm>
            <a:off x="2187803" y="4653386"/>
            <a:ext cx="1015031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Sorts Mill Goudy"/>
                <a:ea typeface="Sorts Mill Goudy"/>
                <a:cs typeface="Sorts Mill Goudy"/>
                <a:sym typeface="Sorts Mill Goudy"/>
              </a:rPr>
              <a:t>&amp;&gt; docker ps </a:t>
            </a:r>
            <a:r>
              <a:rPr lang="en-US" sz="2000">
                <a:solidFill>
                  <a:schemeClr val="lt1"/>
                </a:solidFill>
                <a:latin typeface="Sorts Mill Goudy"/>
                <a:ea typeface="Sorts Mill Goudy"/>
                <a:cs typeface="Sorts Mill Goudy"/>
                <a:sym typeface="Sorts Mill Goudy"/>
              </a:rPr>
              <a:t># To list running containers and find the container name or ID </a:t>
            </a:r>
            <a:endParaRPr/>
          </a:p>
          <a:p>
            <a:pPr marL="0" marR="0" lvl="0" indent="0" algn="l" rtl="0">
              <a:spcBef>
                <a:spcPts val="0"/>
              </a:spcBef>
              <a:spcAft>
                <a:spcPts val="0"/>
              </a:spcAft>
              <a:buNone/>
            </a:pPr>
            <a:r>
              <a:rPr lang="en-US" sz="2000">
                <a:solidFill>
                  <a:srgbClr val="FF0000"/>
                </a:solidFill>
                <a:latin typeface="Sorts Mill Goudy"/>
                <a:ea typeface="Sorts Mill Goudy"/>
                <a:cs typeface="Sorts Mill Goudy"/>
                <a:sym typeface="Sorts Mill Goudy"/>
              </a:rPr>
              <a:t>&amp;&gt; docker stop my_container </a:t>
            </a:r>
            <a:r>
              <a:rPr lang="en-US" sz="2000">
                <a:solidFill>
                  <a:schemeClr val="lt1"/>
                </a:solidFill>
                <a:latin typeface="Sorts Mill Goudy"/>
                <a:ea typeface="Sorts Mill Goudy"/>
                <a:cs typeface="Sorts Mill Goudy"/>
                <a:sym typeface="Sorts Mill Goudy"/>
              </a:rPr>
              <a:t># Replace 'my_container' with your actual container name or ID</a:t>
            </a:r>
            <a:endParaRPr/>
          </a:p>
          <a:p>
            <a:pPr marL="0" marR="0" lvl="0" indent="0" algn="l" rtl="0">
              <a:spcBef>
                <a:spcPts val="0"/>
              </a:spcBef>
              <a:spcAft>
                <a:spcPts val="0"/>
              </a:spcAft>
              <a:buNone/>
            </a:pPr>
            <a:r>
              <a:rPr lang="en-US" sz="2000">
                <a:solidFill>
                  <a:srgbClr val="FF0000"/>
                </a:solidFill>
                <a:latin typeface="Sorts Mill Goudy"/>
                <a:ea typeface="Sorts Mill Goudy"/>
                <a:cs typeface="Sorts Mill Goudy"/>
                <a:sym typeface="Sorts Mill Goudy"/>
              </a:rPr>
              <a:t>&amp;&gt; docker stop $(docker ps -q)</a:t>
            </a:r>
            <a:endParaRPr sz="2000">
              <a:solidFill>
                <a:srgbClr val="FF0000"/>
              </a:solidFill>
              <a:latin typeface="Sorts Mill Goudy"/>
              <a:ea typeface="Sorts Mill Goudy"/>
              <a:cs typeface="Sorts Mill Goudy"/>
              <a:sym typeface="Sorts Mill Goudy"/>
            </a:endParaRPr>
          </a:p>
        </p:txBody>
      </p:sp>
      <p:sp>
        <p:nvSpPr>
          <p:cNvPr id="1045" name="Google Shape;1045;p75"/>
          <p:cNvSpPr txBox="1"/>
          <p:nvPr/>
        </p:nvSpPr>
        <p:spPr>
          <a:xfrm>
            <a:off x="2187803" y="2898494"/>
            <a:ext cx="752180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00B050"/>
                </a:solidFill>
                <a:latin typeface="Sorts Mill Goudy"/>
                <a:ea typeface="Sorts Mill Goudy"/>
                <a:cs typeface="Sorts Mill Goudy"/>
                <a:sym typeface="Sorts Mill Goudy"/>
              </a:rPr>
              <a:t>&amp;&gt; sudo docker service start</a:t>
            </a:r>
            <a:endParaRPr/>
          </a:p>
          <a:p>
            <a:pPr marL="0" marR="0" lvl="0" indent="0" algn="l" rtl="0">
              <a:spcBef>
                <a:spcPts val="0"/>
              </a:spcBef>
              <a:spcAft>
                <a:spcPts val="0"/>
              </a:spcAft>
              <a:buNone/>
            </a:pPr>
            <a:r>
              <a:rPr lang="en-US" sz="2000">
                <a:solidFill>
                  <a:srgbClr val="00B050"/>
                </a:solidFill>
                <a:latin typeface="Sorts Mill Goudy"/>
                <a:ea typeface="Sorts Mill Goudy"/>
                <a:cs typeface="Sorts Mill Goudy"/>
                <a:sym typeface="Sorts Mill Goudy"/>
              </a:rPr>
              <a:t>&amp;&gt; sudo docker compose up   # down</a:t>
            </a:r>
            <a:endParaRPr/>
          </a:p>
        </p:txBody>
      </p:sp>
      <p:pic>
        <p:nvPicPr>
          <p:cNvPr id="1046" name="Google Shape;1046;p75"/>
          <p:cNvPicPr preferRelativeResize="0"/>
          <p:nvPr/>
        </p:nvPicPr>
        <p:blipFill rotWithShape="1">
          <a:blip r:embed="rId3">
            <a:alphaModFix/>
          </a:blip>
          <a:srcRect/>
          <a:stretch/>
        </p:blipFill>
        <p:spPr>
          <a:xfrm>
            <a:off x="688270" y="1056352"/>
            <a:ext cx="2799648" cy="101337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7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commit</a:t>
            </a:r>
            <a:endParaRPr/>
          </a:p>
        </p:txBody>
      </p:sp>
      <p:sp>
        <p:nvSpPr>
          <p:cNvPr id="1052" name="Google Shape;1052;p7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
        <p:nvSpPr>
          <p:cNvPr id="1053" name="Google Shape;1053;p76"/>
          <p:cNvSpPr txBox="1"/>
          <p:nvPr/>
        </p:nvSpPr>
        <p:spPr>
          <a:xfrm>
            <a:off x="2751560" y="5952124"/>
            <a:ext cx="30755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docker image 만들기</a:t>
            </a:r>
            <a:endParaRPr sz="1800" b="1">
              <a:solidFill>
                <a:schemeClr val="lt1"/>
              </a:solidFill>
              <a:latin typeface="Arial"/>
              <a:ea typeface="Arial"/>
              <a:cs typeface="Arial"/>
              <a:sym typeface="Arial"/>
            </a:endParaRPr>
          </a:p>
        </p:txBody>
      </p:sp>
      <p:pic>
        <p:nvPicPr>
          <p:cNvPr id="1054" name="Google Shape;1054;p76"/>
          <p:cNvPicPr preferRelativeResize="0"/>
          <p:nvPr/>
        </p:nvPicPr>
        <p:blipFill rotWithShape="1">
          <a:blip r:embed="rId4">
            <a:alphaModFix/>
          </a:blip>
          <a:srcRect/>
          <a:stretch/>
        </p:blipFill>
        <p:spPr>
          <a:xfrm>
            <a:off x="2872708" y="1012154"/>
            <a:ext cx="6683667" cy="4833338"/>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pic>
        <p:nvPicPr>
          <p:cNvPr id="1059" name="Google Shape;1059;p77" descr="박수 보드 길가 제이콥과 라이언"/>
          <p:cNvPicPr preferRelativeResize="0"/>
          <p:nvPr/>
        </p:nvPicPr>
        <p:blipFill rotWithShape="1">
          <a:blip r:embed="rId3">
            <a:alphaModFix/>
          </a:blip>
          <a:srcRect/>
          <a:stretch/>
        </p:blipFill>
        <p:spPr>
          <a:xfrm>
            <a:off x="2302031" y="1273761"/>
            <a:ext cx="7045118" cy="4762500"/>
          </a:xfrm>
          <a:prstGeom prst="rect">
            <a:avLst/>
          </a:prstGeom>
          <a:noFill/>
          <a:ln>
            <a:noFill/>
          </a:ln>
        </p:spPr>
      </p:pic>
      <p:sp>
        <p:nvSpPr>
          <p:cNvPr id="1060" name="Google Shape;1060;p7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00"/>
              </a:buClr>
              <a:buSzPts val="3200"/>
              <a:buFont typeface="Batang"/>
              <a:buNone/>
            </a:pPr>
            <a:r>
              <a:rPr lang="en-US" b="1">
                <a:solidFill>
                  <a:srgbClr val="FFFF00"/>
                </a:solidFill>
              </a:rPr>
              <a:t>과제 - 3</a:t>
            </a:r>
            <a:endParaRPr b="1">
              <a:solidFill>
                <a:srgbClr val="FFFF00"/>
              </a:solidFill>
            </a:endParaRPr>
          </a:p>
        </p:txBody>
      </p:sp>
      <p:sp>
        <p:nvSpPr>
          <p:cNvPr id="1061" name="Google Shape;1061;p7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7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F0"/>
              </a:buClr>
              <a:buSzPts val="3200"/>
              <a:buFont typeface="Batang"/>
              <a:buNone/>
            </a:pPr>
            <a:r>
              <a:rPr lang="en-US" b="1" u="sng">
                <a:solidFill>
                  <a:srgbClr val="00B0F0"/>
                </a:solidFill>
                <a:hlinkClick r:id="rId3">
                  <a:extLst>
                    <a:ext uri="{A12FA001-AC4F-418D-AE19-62706E023703}">
                      <ahyp:hlinkClr xmlns:ahyp="http://schemas.microsoft.com/office/drawing/2018/hyperlinkcolor" val="tx"/>
                    </a:ext>
                  </a:extLst>
                </a:hlinkClick>
              </a:rPr>
              <a:t>Docker command 실습</a:t>
            </a:r>
            <a:endParaRPr b="1">
              <a:solidFill>
                <a:srgbClr val="00B0F0"/>
              </a:solidFill>
            </a:endParaRPr>
          </a:p>
        </p:txBody>
      </p:sp>
      <p:sp>
        <p:nvSpPr>
          <p:cNvPr id="1067" name="Google Shape;1067;p7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pic>
        <p:nvPicPr>
          <p:cNvPr id="1068" name="Google Shape;1068;p78"/>
          <p:cNvPicPr preferRelativeResize="0"/>
          <p:nvPr/>
        </p:nvPicPr>
        <p:blipFill rotWithShape="1">
          <a:blip r:embed="rId4">
            <a:alphaModFix/>
          </a:blip>
          <a:srcRect/>
          <a:stretch/>
        </p:blipFill>
        <p:spPr>
          <a:xfrm>
            <a:off x="794994" y="2073897"/>
            <a:ext cx="10230535" cy="3799002"/>
          </a:xfrm>
          <a:prstGeom prst="rect">
            <a:avLst/>
          </a:prstGeom>
          <a:noFill/>
          <a:ln>
            <a:noFill/>
          </a:ln>
        </p:spPr>
      </p:pic>
      <p:pic>
        <p:nvPicPr>
          <p:cNvPr id="1069" name="Google Shape;1069;p78"/>
          <p:cNvPicPr preferRelativeResize="0"/>
          <p:nvPr/>
        </p:nvPicPr>
        <p:blipFill rotWithShape="1">
          <a:blip r:embed="rId5">
            <a:alphaModFix/>
          </a:blip>
          <a:srcRect/>
          <a:stretch/>
        </p:blipFill>
        <p:spPr>
          <a:xfrm>
            <a:off x="2096970" y="2325160"/>
            <a:ext cx="4981343" cy="3318998"/>
          </a:xfrm>
          <a:prstGeom prst="rect">
            <a:avLst/>
          </a:prstGeom>
          <a:noFill/>
          <a:ln>
            <a:noFill/>
          </a:ln>
        </p:spPr>
      </p:pic>
      <p:sp>
        <p:nvSpPr>
          <p:cNvPr id="1070" name="Google Shape;1070;p78"/>
          <p:cNvSpPr txBox="1"/>
          <p:nvPr/>
        </p:nvSpPr>
        <p:spPr>
          <a:xfrm>
            <a:off x="655891" y="1213842"/>
            <a:ext cx="10508739" cy="1180565"/>
          </a:xfrm>
          <a:prstGeom prst="rect">
            <a:avLst/>
          </a:prstGeom>
          <a:noFill/>
          <a:ln>
            <a:noFill/>
          </a:ln>
          <a:effectLst>
            <a:outerShdw blurRad="25400">
              <a:srgbClr val="000000">
                <a:alpha val="45882"/>
              </a:srgbClr>
            </a:outerShdw>
          </a:effectLst>
        </p:spPr>
        <p:txBody>
          <a:bodyPr spcFirstLastPara="1" wrap="square" lIns="91425" tIns="45700" rIns="91425" bIns="45700" anchor="t" anchorCtr="0">
            <a:normAutofit/>
          </a:bodyPr>
          <a:lstStyle/>
          <a:p>
            <a:pPr marL="342900" marR="0" lvl="0" indent="-306000" algn="l" rtl="0">
              <a:lnSpc>
                <a:spcPct val="100000"/>
              </a:lnSpc>
              <a:spcBef>
                <a:spcPts val="0"/>
              </a:spcBef>
              <a:spcAft>
                <a:spcPts val="0"/>
              </a:spcAft>
              <a:buClr>
                <a:schemeClr val="lt2"/>
              </a:buClr>
              <a:buSzPts val="1260"/>
              <a:buFont typeface="Noto Sans Symbols"/>
              <a:buChar char="❖"/>
            </a:pPr>
            <a:r>
              <a:rPr lang="en-US" sz="1800" b="1">
                <a:solidFill>
                  <a:schemeClr val="lt1"/>
                </a:solidFill>
                <a:latin typeface="Batang"/>
                <a:ea typeface="Batang"/>
                <a:cs typeface="Batang"/>
                <a:sym typeface="Batang"/>
              </a:rPr>
              <a:t>유튜브 동영상 3장(8:06)을 실습하고 실습 증거 이미지 파일을 과제로 제출</a:t>
            </a:r>
            <a:endParaRPr sz="1800" b="1">
              <a:solidFill>
                <a:schemeClr val="lt1"/>
              </a:solidFill>
              <a:latin typeface="Batang"/>
              <a:ea typeface="Batang"/>
              <a:cs typeface="Batang"/>
              <a:sym typeface="Batang"/>
            </a:endParaRPr>
          </a:p>
        </p:txBody>
      </p:sp>
      <p:sp>
        <p:nvSpPr>
          <p:cNvPr id="1071" name="Google Shape;1071;p78"/>
          <p:cNvSpPr txBox="1"/>
          <p:nvPr/>
        </p:nvSpPr>
        <p:spPr>
          <a:xfrm>
            <a:off x="794993" y="5895657"/>
            <a:ext cx="784938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u="sng">
                <a:solidFill>
                  <a:schemeClr val="lt1"/>
                </a:solidFill>
                <a:latin typeface="Sorts Mill Goudy"/>
                <a:ea typeface="Sorts Mill Goudy"/>
                <a:cs typeface="Sorts Mill Goudy"/>
                <a:sym typeface="Sorts Mill Goudy"/>
                <a:hlinkClick r:id="rId6">
                  <a:extLst>
                    <a:ext uri="{A12FA001-AC4F-418D-AE19-62706E023703}">
                      <ahyp:hlinkClr xmlns:ahyp="http://schemas.microsoft.com/office/drawing/2018/hyperlinkcolor" val="tx"/>
                    </a:ext>
                  </a:extLst>
                </a:hlinkClick>
              </a:rPr>
              <a:t>https://www.youtube.com/watch?v=prohMhNwZF0&amp;list=PLlTylS8uB2fDLJRJCXqUowsOViG-ZKnWy&amp;in</a:t>
            </a:r>
            <a:r>
              <a:rPr lang="en-US" sz="1100">
                <a:solidFill>
                  <a:schemeClr val="lt1"/>
                </a:solidFill>
                <a:latin typeface="Sorts Mill Goudy"/>
                <a:ea typeface="Sorts Mill Goudy"/>
                <a:cs typeface="Sorts Mill Goudy"/>
                <a:sym typeface="Sorts Mill Goudy"/>
              </a:rPr>
              <a:t>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7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docker youtube</a:t>
            </a:r>
            <a:endParaRPr/>
          </a:p>
        </p:txBody>
      </p:sp>
      <p:sp>
        <p:nvSpPr>
          <p:cNvPr id="1077" name="Google Shape;1077;p7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pic>
        <p:nvPicPr>
          <p:cNvPr id="1078" name="Google Shape;1078;p79"/>
          <p:cNvPicPr preferRelativeResize="0"/>
          <p:nvPr/>
        </p:nvPicPr>
        <p:blipFill rotWithShape="1">
          <a:blip r:embed="rId3">
            <a:alphaModFix/>
          </a:blip>
          <a:srcRect/>
          <a:stretch/>
        </p:blipFill>
        <p:spPr>
          <a:xfrm>
            <a:off x="4209910" y="3429000"/>
            <a:ext cx="3223539" cy="2659610"/>
          </a:xfrm>
          <a:prstGeom prst="rect">
            <a:avLst/>
          </a:prstGeom>
          <a:noFill/>
          <a:ln>
            <a:noFill/>
          </a:ln>
        </p:spPr>
      </p:pic>
      <p:sp>
        <p:nvSpPr>
          <p:cNvPr id="1079" name="Google Shape;1079;p79"/>
          <p:cNvSpPr txBox="1"/>
          <p:nvPr/>
        </p:nvSpPr>
        <p:spPr>
          <a:xfrm>
            <a:off x="2468143" y="2343162"/>
            <a:ext cx="590369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sng">
                <a:solidFill>
                  <a:srgbClr val="AD1F1F"/>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https://www.youtube.com/watch?v=prohMhNwZF0&amp;list=PLlTylS8uB2fDLJRJCXqUowsOViG-ZKnWy&amp;index=</a:t>
            </a:r>
            <a:r>
              <a:rPr lang="en-US" sz="1800" u="sng">
                <a:solidFill>
                  <a:srgbClr val="FFFF00"/>
                </a:solidFill>
                <a:latin typeface="Sorts Mill Goudy"/>
                <a:ea typeface="Sorts Mill Goudy"/>
                <a:cs typeface="Sorts Mill Goudy"/>
                <a:sym typeface="Sorts Mill Goudy"/>
                <a:hlinkClick r:id="rId4">
                  <a:extLst>
                    <a:ext uri="{A12FA001-AC4F-418D-AE19-62706E023703}">
                      <ahyp:hlinkClr xmlns:ahyp="http://schemas.microsoft.com/office/drawing/2018/hyperlinkcolor" val="tx"/>
                    </a:ext>
                  </a:extLst>
                </a:hlinkClick>
              </a:rPr>
              <a:t>index</a:t>
            </a:r>
            <a:r>
              <a:rPr lang="en-US" sz="1800">
                <a:solidFill>
                  <a:srgbClr val="FFFF00"/>
                </a:solidFill>
                <a:latin typeface="Sorts Mill Goudy"/>
                <a:ea typeface="Sorts Mill Goudy"/>
                <a:cs typeface="Sorts Mill Goudy"/>
                <a:sym typeface="Sorts Mill Goudy"/>
              </a:rPr>
              <a:t> </a:t>
            </a:r>
            <a:endParaRPr/>
          </a:p>
        </p:txBody>
      </p:sp>
      <p:sp>
        <p:nvSpPr>
          <p:cNvPr id="1080" name="Google Shape;1080;p79"/>
          <p:cNvSpPr txBox="1"/>
          <p:nvPr/>
        </p:nvSpPr>
        <p:spPr>
          <a:xfrm>
            <a:off x="2214143" y="1440825"/>
            <a:ext cx="2511393"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for </a:t>
            </a:r>
            <a:r>
              <a:rPr lang="en-US" sz="1800">
                <a:solidFill>
                  <a:srgbClr val="FFFF00"/>
                </a:solidFill>
                <a:latin typeface="Sorts Mill Goudy"/>
                <a:ea typeface="Sorts Mill Goudy"/>
                <a:cs typeface="Sorts Mill Goudy"/>
                <a:sym typeface="Sorts Mill Goudy"/>
              </a:rPr>
              <a:t>index</a:t>
            </a:r>
            <a:r>
              <a:rPr lang="en-US" sz="1800">
                <a:solidFill>
                  <a:schemeClr val="lt1"/>
                </a:solidFill>
                <a:latin typeface="Sorts Mill Goudy"/>
                <a:ea typeface="Sorts Mill Goudy"/>
                <a:cs typeface="Sorts Mill Goudy"/>
                <a:sym typeface="Sorts Mill Goudy"/>
              </a:rPr>
              <a:t> in range(1, 17):</a:t>
            </a:r>
            <a:endParaRPr/>
          </a:p>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    if practice :</a:t>
            </a:r>
            <a:endParaRPr/>
          </a:p>
          <a:p>
            <a:pPr marL="0" marR="0" lvl="0" indent="0" algn="l" rtl="0">
              <a:spcBef>
                <a:spcPts val="0"/>
              </a:spcBef>
              <a:spcAft>
                <a:spcPts val="0"/>
              </a:spcAft>
              <a:buNone/>
            </a:pPr>
            <a:r>
              <a:rPr lang="en-US" sz="1800">
                <a:solidFill>
                  <a:schemeClr val="lt1"/>
                </a:solidFill>
                <a:latin typeface="Sorts Mill Goudy"/>
                <a:ea typeface="Sorts Mill Goudy"/>
                <a:cs typeface="Sorts Mill Goudy"/>
                <a:sym typeface="Sorts Mill Goudy"/>
              </a:rPr>
              <a:t>         index = 3, Watch </a:t>
            </a:r>
            <a:endParaRPr sz="18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a:p>
            <a:pPr marL="0" marR="0" lvl="0" indent="0" algn="l"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p8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실습하기</a:t>
            </a:r>
            <a:endParaRPr/>
          </a:p>
        </p:txBody>
      </p:sp>
      <p:sp>
        <p:nvSpPr>
          <p:cNvPr id="1086" name="Google Shape;1086;p8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pic>
        <p:nvPicPr>
          <p:cNvPr id="1087" name="Google Shape;1087;p80" descr="나무 배경에 영화 클래퍼입니다. 3d 그림"/>
          <p:cNvPicPr preferRelativeResize="0"/>
          <p:nvPr/>
        </p:nvPicPr>
        <p:blipFill rotWithShape="1">
          <a:blip r:embed="rId3">
            <a:alphaModFix/>
          </a:blip>
          <a:srcRect/>
          <a:stretch/>
        </p:blipFill>
        <p:spPr>
          <a:xfrm>
            <a:off x="1333500" y="1047750"/>
            <a:ext cx="9525000" cy="4762500"/>
          </a:xfrm>
          <a:prstGeom prst="rect">
            <a:avLst/>
          </a:prstGeom>
          <a:noFill/>
          <a:ln>
            <a:noFill/>
          </a:ln>
        </p:spPr>
      </p:pic>
      <p:sp>
        <p:nvSpPr>
          <p:cNvPr id="1088" name="Google Shape;1088;p80"/>
          <p:cNvSpPr txBox="1"/>
          <p:nvPr/>
        </p:nvSpPr>
        <p:spPr>
          <a:xfrm rot="1558658">
            <a:off x="3973377" y="4015361"/>
            <a:ext cx="15100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Arial"/>
                <a:ea typeface="Arial"/>
                <a:cs typeface="Arial"/>
                <a:sym typeface="Arial"/>
              </a:rPr>
              <a:t>mlflow</a:t>
            </a:r>
            <a:endParaRPr sz="1800" b="1">
              <a:solidFill>
                <a:srgbClr val="FFFF00"/>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81"/>
          <p:cNvSpPr/>
          <p:nvPr/>
        </p:nvSpPr>
        <p:spPr>
          <a:xfrm>
            <a:off x="4005225" y="4496898"/>
            <a:ext cx="4932639" cy="2031325"/>
          </a:xfrm>
          <a:prstGeom prst="rect">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096" name="Google Shape;1096;p8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Image &amp; Containers</a:t>
            </a:r>
            <a:endParaRPr sz="2900"/>
          </a:p>
        </p:txBody>
      </p:sp>
      <p:sp>
        <p:nvSpPr>
          <p:cNvPr id="1097" name="Google Shape;1097;p8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sp>
        <p:nvSpPr>
          <p:cNvPr id="1098" name="Google Shape;1098;p81"/>
          <p:cNvSpPr/>
          <p:nvPr/>
        </p:nvSpPr>
        <p:spPr>
          <a:xfrm>
            <a:off x="4260745" y="4608615"/>
            <a:ext cx="4509797" cy="24618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099" name="Google Shape;1099;p81"/>
          <p:cNvSpPr/>
          <p:nvPr/>
        </p:nvSpPr>
        <p:spPr>
          <a:xfrm>
            <a:off x="4260745" y="4919512"/>
            <a:ext cx="4509797" cy="24618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00" name="Google Shape;1100;p81"/>
          <p:cNvSpPr/>
          <p:nvPr/>
        </p:nvSpPr>
        <p:spPr>
          <a:xfrm>
            <a:off x="4260745" y="5230409"/>
            <a:ext cx="4509797" cy="24618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01" name="Google Shape;1101;p81"/>
          <p:cNvSpPr/>
          <p:nvPr/>
        </p:nvSpPr>
        <p:spPr>
          <a:xfrm>
            <a:off x="4260745" y="5541306"/>
            <a:ext cx="4509797" cy="24618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02" name="Google Shape;1102;p81"/>
          <p:cNvSpPr/>
          <p:nvPr/>
        </p:nvSpPr>
        <p:spPr>
          <a:xfrm>
            <a:off x="4260745" y="5852203"/>
            <a:ext cx="4509797" cy="24618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03" name="Google Shape;1103;p81"/>
          <p:cNvSpPr/>
          <p:nvPr/>
        </p:nvSpPr>
        <p:spPr>
          <a:xfrm>
            <a:off x="4260745" y="6163098"/>
            <a:ext cx="4509797" cy="246181"/>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04" name="Google Shape;1104;p81"/>
          <p:cNvSpPr/>
          <p:nvPr/>
        </p:nvSpPr>
        <p:spPr>
          <a:xfrm>
            <a:off x="4187523" y="4496898"/>
            <a:ext cx="4509796" cy="203132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400">
                <a:solidFill>
                  <a:srgbClr val="002060"/>
                </a:solidFill>
                <a:latin typeface="Sorts Mill Goudy"/>
                <a:ea typeface="Sorts Mill Goudy"/>
                <a:cs typeface="Sorts Mill Goudy"/>
                <a:sym typeface="Sorts Mill Goudy"/>
              </a:rPr>
              <a:t>c57ee5000d61: Pull complete</a:t>
            </a:r>
            <a:endParaRPr sz="1400">
              <a:solidFill>
                <a:srgbClr val="002060"/>
              </a:solidFill>
              <a:latin typeface="Sorts Mill Goudy"/>
              <a:ea typeface="Sorts Mill Goudy"/>
              <a:cs typeface="Sorts Mill Goudy"/>
              <a:sym typeface="Sorts Mill Goudy"/>
            </a:endParaRPr>
          </a:p>
          <a:p>
            <a:pPr marL="0" marR="0" lvl="0" indent="0" algn="ctr" rtl="0">
              <a:lnSpc>
                <a:spcPct val="150000"/>
              </a:lnSpc>
              <a:spcBef>
                <a:spcPts val="0"/>
              </a:spcBef>
              <a:spcAft>
                <a:spcPts val="0"/>
              </a:spcAft>
              <a:buNone/>
            </a:pPr>
            <a:r>
              <a:rPr lang="en-US" sz="1400">
                <a:solidFill>
                  <a:srgbClr val="002060"/>
                </a:solidFill>
                <a:latin typeface="Sorts Mill Goudy"/>
                <a:ea typeface="Sorts Mill Goudy"/>
                <a:cs typeface="Sorts Mill Goudy"/>
                <a:sym typeface="Sorts Mill Goudy"/>
              </a:rPr>
              <a:t>ef22398cad3c: Pull complete</a:t>
            </a:r>
            <a:endParaRPr sz="1400">
              <a:solidFill>
                <a:srgbClr val="002060"/>
              </a:solidFill>
              <a:latin typeface="Sorts Mill Goudy"/>
              <a:ea typeface="Sorts Mill Goudy"/>
              <a:cs typeface="Sorts Mill Goudy"/>
              <a:sym typeface="Sorts Mill Goudy"/>
            </a:endParaRPr>
          </a:p>
          <a:p>
            <a:pPr marL="0" marR="0" lvl="0" indent="0" algn="ctr" rtl="0">
              <a:lnSpc>
                <a:spcPct val="150000"/>
              </a:lnSpc>
              <a:spcBef>
                <a:spcPts val="0"/>
              </a:spcBef>
              <a:spcAft>
                <a:spcPts val="0"/>
              </a:spcAft>
              <a:buNone/>
            </a:pPr>
            <a:r>
              <a:rPr lang="en-US" sz="1400">
                <a:solidFill>
                  <a:srgbClr val="002060"/>
                </a:solidFill>
                <a:latin typeface="Sorts Mill Goudy"/>
                <a:ea typeface="Sorts Mill Goudy"/>
                <a:cs typeface="Sorts Mill Goudy"/>
                <a:sym typeface="Sorts Mill Goudy"/>
              </a:rPr>
              <a:t>4f4fb700ef54: Pull complete</a:t>
            </a:r>
            <a:endParaRPr sz="1400">
              <a:solidFill>
                <a:srgbClr val="002060"/>
              </a:solidFill>
              <a:latin typeface="Sorts Mill Goudy"/>
              <a:ea typeface="Sorts Mill Goudy"/>
              <a:cs typeface="Sorts Mill Goudy"/>
              <a:sym typeface="Sorts Mill Goudy"/>
            </a:endParaRPr>
          </a:p>
          <a:p>
            <a:pPr marL="0" marR="0" lvl="0" indent="0" algn="ctr" rtl="0">
              <a:lnSpc>
                <a:spcPct val="150000"/>
              </a:lnSpc>
              <a:spcBef>
                <a:spcPts val="0"/>
              </a:spcBef>
              <a:spcAft>
                <a:spcPts val="0"/>
              </a:spcAft>
              <a:buNone/>
            </a:pPr>
            <a:r>
              <a:rPr lang="en-US" sz="1400">
                <a:solidFill>
                  <a:srgbClr val="002060"/>
                </a:solidFill>
                <a:latin typeface="Sorts Mill Goudy"/>
                <a:ea typeface="Sorts Mill Goudy"/>
                <a:cs typeface="Sorts Mill Goudy"/>
                <a:sym typeface="Sorts Mill Goudy"/>
              </a:rPr>
              <a:t>f420b40fd7be: Pull complete</a:t>
            </a:r>
            <a:endParaRPr sz="1400">
              <a:solidFill>
                <a:srgbClr val="002060"/>
              </a:solidFill>
              <a:latin typeface="Sorts Mill Goudy"/>
              <a:ea typeface="Sorts Mill Goudy"/>
              <a:cs typeface="Sorts Mill Goudy"/>
              <a:sym typeface="Sorts Mill Goudy"/>
            </a:endParaRPr>
          </a:p>
          <a:p>
            <a:pPr marL="0" marR="0" lvl="0" indent="0" algn="ctr" rtl="0">
              <a:lnSpc>
                <a:spcPct val="150000"/>
              </a:lnSpc>
              <a:spcBef>
                <a:spcPts val="0"/>
              </a:spcBef>
              <a:spcAft>
                <a:spcPts val="0"/>
              </a:spcAft>
              <a:buNone/>
            </a:pPr>
            <a:r>
              <a:rPr lang="en-US" sz="1400">
                <a:solidFill>
                  <a:srgbClr val="002060"/>
                </a:solidFill>
                <a:latin typeface="Sorts Mill Goudy"/>
                <a:ea typeface="Sorts Mill Goudy"/>
                <a:cs typeface="Sorts Mill Goudy"/>
                <a:sym typeface="Sorts Mill Goudy"/>
              </a:rPr>
              <a:t>ea4892b1a58d: Pull complete</a:t>
            </a:r>
            <a:endParaRPr sz="1400">
              <a:solidFill>
                <a:srgbClr val="002060"/>
              </a:solidFill>
              <a:latin typeface="Sorts Mill Goudy"/>
              <a:ea typeface="Sorts Mill Goudy"/>
              <a:cs typeface="Sorts Mill Goudy"/>
              <a:sym typeface="Sorts Mill Goudy"/>
            </a:endParaRPr>
          </a:p>
          <a:p>
            <a:pPr marL="0" marR="0" lvl="0" indent="0" algn="ctr" rtl="0">
              <a:lnSpc>
                <a:spcPct val="150000"/>
              </a:lnSpc>
              <a:spcBef>
                <a:spcPts val="0"/>
              </a:spcBef>
              <a:spcAft>
                <a:spcPts val="0"/>
              </a:spcAft>
              <a:buNone/>
            </a:pPr>
            <a:r>
              <a:rPr lang="en-US" sz="1400">
                <a:solidFill>
                  <a:srgbClr val="002060"/>
                </a:solidFill>
                <a:latin typeface="Sorts Mill Goudy"/>
                <a:ea typeface="Sorts Mill Goudy"/>
                <a:cs typeface="Sorts Mill Goudy"/>
                <a:sym typeface="Sorts Mill Goudy"/>
              </a:rPr>
              <a:t>1fe3871b50ff: Pull complete</a:t>
            </a:r>
            <a:endParaRPr sz="1400">
              <a:solidFill>
                <a:srgbClr val="002060"/>
              </a:solidFill>
              <a:latin typeface="Sorts Mill Goudy"/>
              <a:ea typeface="Sorts Mill Goudy"/>
              <a:cs typeface="Sorts Mill Goudy"/>
              <a:sym typeface="Sorts Mill Goudy"/>
            </a:endParaRPr>
          </a:p>
        </p:txBody>
      </p:sp>
      <p:sp>
        <p:nvSpPr>
          <p:cNvPr id="1105" name="Google Shape;1105;p81"/>
          <p:cNvSpPr/>
          <p:nvPr/>
        </p:nvSpPr>
        <p:spPr>
          <a:xfrm>
            <a:off x="1484653" y="2221936"/>
            <a:ext cx="1829027" cy="526585"/>
          </a:xfrm>
          <a:prstGeom prst="rect">
            <a:avLst/>
          </a:prstGeom>
          <a:solidFill>
            <a:srgbClr val="E6D7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518e199c8b16</a:t>
            </a:r>
            <a:endParaRPr/>
          </a:p>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test</a:t>
            </a:r>
            <a:endParaRPr/>
          </a:p>
        </p:txBody>
      </p:sp>
      <p:sp>
        <p:nvSpPr>
          <p:cNvPr id="1106" name="Google Shape;1106;p81"/>
          <p:cNvSpPr/>
          <p:nvPr/>
        </p:nvSpPr>
        <p:spPr>
          <a:xfrm>
            <a:off x="5424892" y="2221936"/>
            <a:ext cx="1829027" cy="526585"/>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baace6a0d62a</a:t>
            </a:r>
            <a:endParaRPr/>
          </a:p>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naughty_ellis</a:t>
            </a:r>
            <a:endParaRPr sz="1600">
              <a:solidFill>
                <a:schemeClr val="dk1"/>
              </a:solidFill>
              <a:latin typeface="Times New Roman"/>
              <a:ea typeface="Times New Roman"/>
              <a:cs typeface="Times New Roman"/>
              <a:sym typeface="Times New Roman"/>
            </a:endParaRPr>
          </a:p>
        </p:txBody>
      </p:sp>
      <p:sp>
        <p:nvSpPr>
          <p:cNvPr id="1107" name="Google Shape;1107;p81"/>
          <p:cNvSpPr/>
          <p:nvPr/>
        </p:nvSpPr>
        <p:spPr>
          <a:xfrm>
            <a:off x="1484652" y="2843377"/>
            <a:ext cx="1829027" cy="307777"/>
          </a:xfrm>
          <a:prstGeom prst="rect">
            <a:avLst/>
          </a:prstGeom>
          <a:noFill/>
          <a:ln w="9525" cap="flat" cmpd="sng">
            <a:solidFill>
              <a:schemeClr val="l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Thin Writable Layer</a:t>
            </a:r>
            <a:endParaRPr sz="1400">
              <a:solidFill>
                <a:schemeClr val="lt1"/>
              </a:solidFill>
              <a:latin typeface="Sorts Mill Goudy"/>
              <a:ea typeface="Sorts Mill Goudy"/>
              <a:cs typeface="Sorts Mill Goudy"/>
              <a:sym typeface="Sorts Mill Goudy"/>
            </a:endParaRPr>
          </a:p>
        </p:txBody>
      </p:sp>
      <p:sp>
        <p:nvSpPr>
          <p:cNvPr id="1108" name="Google Shape;1108;p81"/>
          <p:cNvSpPr/>
          <p:nvPr/>
        </p:nvSpPr>
        <p:spPr>
          <a:xfrm>
            <a:off x="5424891" y="2843377"/>
            <a:ext cx="1829027" cy="307777"/>
          </a:xfrm>
          <a:prstGeom prst="rect">
            <a:avLst/>
          </a:prstGeom>
          <a:noFill/>
          <a:ln w="9525" cap="flat" cmpd="sng">
            <a:solidFill>
              <a:schemeClr val="l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Thin Writable Layer</a:t>
            </a:r>
            <a:endParaRPr sz="1400">
              <a:solidFill>
                <a:schemeClr val="lt1"/>
              </a:solidFill>
              <a:latin typeface="Sorts Mill Goudy"/>
              <a:ea typeface="Sorts Mill Goudy"/>
              <a:cs typeface="Sorts Mill Goudy"/>
              <a:sym typeface="Sorts Mill Goudy"/>
            </a:endParaRPr>
          </a:p>
        </p:txBody>
      </p:sp>
      <p:sp>
        <p:nvSpPr>
          <p:cNvPr id="1109" name="Google Shape;1109;p81"/>
          <p:cNvSpPr/>
          <p:nvPr/>
        </p:nvSpPr>
        <p:spPr>
          <a:xfrm>
            <a:off x="8821654" y="2221936"/>
            <a:ext cx="1829027" cy="526585"/>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Times New Roman"/>
              <a:ea typeface="Times New Roman"/>
              <a:cs typeface="Times New Roman"/>
              <a:sym typeface="Times New Roman"/>
            </a:endParaRPr>
          </a:p>
        </p:txBody>
      </p:sp>
      <p:sp>
        <p:nvSpPr>
          <p:cNvPr id="1110" name="Google Shape;1110;p81"/>
          <p:cNvSpPr/>
          <p:nvPr/>
        </p:nvSpPr>
        <p:spPr>
          <a:xfrm>
            <a:off x="8821655" y="2843377"/>
            <a:ext cx="1829026" cy="307777"/>
          </a:xfrm>
          <a:prstGeom prst="rect">
            <a:avLst/>
          </a:prstGeom>
          <a:noFill/>
          <a:ln w="9525" cap="flat" cmpd="sng">
            <a:solidFill>
              <a:schemeClr val="l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Thin Writable Layer</a:t>
            </a:r>
            <a:endParaRPr sz="1400">
              <a:solidFill>
                <a:schemeClr val="lt1"/>
              </a:solidFill>
              <a:latin typeface="Sorts Mill Goudy"/>
              <a:ea typeface="Sorts Mill Goudy"/>
              <a:cs typeface="Sorts Mill Goudy"/>
              <a:sym typeface="Sorts Mill Goudy"/>
            </a:endParaRPr>
          </a:p>
        </p:txBody>
      </p:sp>
      <p:cxnSp>
        <p:nvCxnSpPr>
          <p:cNvPr id="1111" name="Google Shape;1111;p81"/>
          <p:cNvCxnSpPr/>
          <p:nvPr/>
        </p:nvCxnSpPr>
        <p:spPr>
          <a:xfrm>
            <a:off x="2972336" y="3214397"/>
            <a:ext cx="826477" cy="1046284"/>
          </a:xfrm>
          <a:prstGeom prst="straightConnector1">
            <a:avLst/>
          </a:prstGeom>
          <a:noFill/>
          <a:ln w="9525" cap="rnd" cmpd="sng">
            <a:solidFill>
              <a:schemeClr val="lt1"/>
            </a:solidFill>
            <a:prstDash val="solid"/>
            <a:round/>
            <a:headEnd type="triangle" w="med" len="med"/>
            <a:tailEnd type="triangle" w="med" len="med"/>
          </a:ln>
        </p:spPr>
      </p:cxnSp>
      <p:cxnSp>
        <p:nvCxnSpPr>
          <p:cNvPr id="1112" name="Google Shape;1112;p81"/>
          <p:cNvCxnSpPr/>
          <p:nvPr/>
        </p:nvCxnSpPr>
        <p:spPr>
          <a:xfrm>
            <a:off x="6172605" y="3190890"/>
            <a:ext cx="17178" cy="1093298"/>
          </a:xfrm>
          <a:prstGeom prst="straightConnector1">
            <a:avLst/>
          </a:prstGeom>
          <a:noFill/>
          <a:ln w="9525" cap="rnd" cmpd="sng">
            <a:solidFill>
              <a:schemeClr val="lt1"/>
            </a:solidFill>
            <a:prstDash val="solid"/>
            <a:round/>
            <a:headEnd type="triangle" w="med" len="med"/>
            <a:tailEnd type="triangle" w="med" len="med"/>
          </a:ln>
        </p:spPr>
      </p:cxnSp>
      <p:sp>
        <p:nvSpPr>
          <p:cNvPr id="1113" name="Google Shape;1113;p81"/>
          <p:cNvSpPr/>
          <p:nvPr/>
        </p:nvSpPr>
        <p:spPr>
          <a:xfrm>
            <a:off x="2041650" y="3542177"/>
            <a:ext cx="6780004" cy="600164"/>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Times New Roman"/>
                <a:ea typeface="Times New Roman"/>
                <a:cs typeface="Times New Roman"/>
                <a:sym typeface="Times New Roman"/>
              </a:rPr>
              <a:t>CONTAINER ID   IMAGE     COMMAND              CREATED          STATUS                      PORTS     NAMES</a:t>
            </a:r>
            <a:endParaRPr/>
          </a:p>
          <a:p>
            <a:pPr marL="0" marR="0" lvl="0" indent="0" algn="l" rtl="0">
              <a:spcBef>
                <a:spcPts val="0"/>
              </a:spcBef>
              <a:spcAft>
                <a:spcPts val="0"/>
              </a:spcAft>
              <a:buNone/>
            </a:pPr>
            <a:r>
              <a:rPr lang="en-US" sz="1100">
                <a:solidFill>
                  <a:srgbClr val="FFFF00"/>
                </a:solidFill>
                <a:latin typeface="Times New Roman"/>
                <a:ea typeface="Times New Roman"/>
                <a:cs typeface="Times New Roman"/>
                <a:sym typeface="Times New Roman"/>
              </a:rPr>
              <a:t>518e199c8b16   httpd     "httpd-foreground"   5 minutes ago    Exited (0) 45 seconds ago            	 test</a:t>
            </a:r>
            <a:endParaRPr/>
          </a:p>
          <a:p>
            <a:pPr marL="0" marR="0" lvl="0" indent="0" algn="l" rtl="0">
              <a:spcBef>
                <a:spcPts val="0"/>
              </a:spcBef>
              <a:spcAft>
                <a:spcPts val="0"/>
              </a:spcAft>
              <a:buNone/>
            </a:pPr>
            <a:r>
              <a:rPr lang="en-US" sz="1100">
                <a:solidFill>
                  <a:srgbClr val="00B0F0"/>
                </a:solidFill>
                <a:latin typeface="Times New Roman"/>
                <a:ea typeface="Times New Roman"/>
                <a:cs typeface="Times New Roman"/>
                <a:sym typeface="Times New Roman"/>
              </a:rPr>
              <a:t>baace6a0d62a   httpd     "httpd-foreground"   13 minutes ago   Exited (0) 11 minutes ago            	 naughty_ellis</a:t>
            </a:r>
            <a:endParaRPr sz="1100">
              <a:solidFill>
                <a:srgbClr val="00B0F0"/>
              </a:solidFill>
              <a:latin typeface="Times New Roman"/>
              <a:ea typeface="Times New Roman"/>
              <a:cs typeface="Times New Roman"/>
              <a:sym typeface="Times New Roman"/>
            </a:endParaRPr>
          </a:p>
        </p:txBody>
      </p:sp>
      <p:sp>
        <p:nvSpPr>
          <p:cNvPr id="1114" name="Google Shape;1114;p81"/>
          <p:cNvSpPr/>
          <p:nvPr/>
        </p:nvSpPr>
        <p:spPr>
          <a:xfrm>
            <a:off x="9120162" y="4645379"/>
            <a:ext cx="193360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Sorts Mill Goudy"/>
                <a:ea typeface="Sorts Mill Goudy"/>
                <a:cs typeface="Sorts Mill Goudy"/>
                <a:sym typeface="Sorts Mill Goudy"/>
              </a:rPr>
              <a:t>Docker Image</a:t>
            </a:r>
            <a:endParaRPr sz="2400" b="1">
              <a:solidFill>
                <a:schemeClr val="lt1"/>
              </a:solidFill>
              <a:latin typeface="Sorts Mill Goudy"/>
              <a:ea typeface="Sorts Mill Goudy"/>
              <a:cs typeface="Sorts Mill Goudy"/>
              <a:sym typeface="Sorts Mill Goudy"/>
            </a:endParaRPr>
          </a:p>
        </p:txBody>
      </p:sp>
      <p:sp>
        <p:nvSpPr>
          <p:cNvPr id="1115" name="Google Shape;1115;p81"/>
          <p:cNvSpPr/>
          <p:nvPr/>
        </p:nvSpPr>
        <p:spPr>
          <a:xfrm>
            <a:off x="5058893" y="1065712"/>
            <a:ext cx="256102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Sorts Mill Goudy"/>
                <a:ea typeface="Sorts Mill Goudy"/>
                <a:cs typeface="Sorts Mill Goudy"/>
                <a:sym typeface="Sorts Mill Goudy"/>
              </a:rPr>
              <a:t>Docker Containers</a:t>
            </a:r>
            <a:endParaRPr sz="2400" b="1">
              <a:solidFill>
                <a:schemeClr val="lt1"/>
              </a:solidFill>
              <a:latin typeface="Sorts Mill Goudy"/>
              <a:ea typeface="Sorts Mill Goudy"/>
              <a:cs typeface="Sorts Mill Goudy"/>
              <a:sym typeface="Sorts Mill Goudy"/>
            </a:endParaRPr>
          </a:p>
        </p:txBody>
      </p:sp>
      <p:cxnSp>
        <p:nvCxnSpPr>
          <p:cNvPr id="1116" name="Google Shape;1116;p81"/>
          <p:cNvCxnSpPr>
            <a:stCxn id="1105" idx="0"/>
            <a:endCxn id="1115" idx="2"/>
          </p:cNvCxnSpPr>
          <p:nvPr/>
        </p:nvCxnSpPr>
        <p:spPr>
          <a:xfrm rot="-5400000">
            <a:off x="4022017" y="-95414"/>
            <a:ext cx="694500" cy="3940200"/>
          </a:xfrm>
          <a:prstGeom prst="bentConnector3">
            <a:avLst>
              <a:gd name="adj1" fmla="val 50000"/>
            </a:avLst>
          </a:prstGeom>
          <a:noFill/>
          <a:ln w="9525" cap="rnd" cmpd="sng">
            <a:solidFill>
              <a:schemeClr val="lt1"/>
            </a:solidFill>
            <a:prstDash val="solid"/>
            <a:round/>
            <a:headEnd type="none" w="sm" len="sm"/>
            <a:tailEnd type="none" w="sm" len="sm"/>
          </a:ln>
        </p:spPr>
      </p:cxnSp>
      <p:cxnSp>
        <p:nvCxnSpPr>
          <p:cNvPr id="1117" name="Google Shape;1117;p81"/>
          <p:cNvCxnSpPr>
            <a:stCxn id="1109" idx="0"/>
            <a:endCxn id="1115" idx="2"/>
          </p:cNvCxnSpPr>
          <p:nvPr/>
        </p:nvCxnSpPr>
        <p:spPr>
          <a:xfrm rot="5400000" flipH="1">
            <a:off x="7690468" y="176236"/>
            <a:ext cx="694500" cy="3396900"/>
          </a:xfrm>
          <a:prstGeom prst="bentConnector3">
            <a:avLst>
              <a:gd name="adj1" fmla="val 50004"/>
            </a:avLst>
          </a:prstGeom>
          <a:noFill/>
          <a:ln w="9525" cap="rnd" cmpd="sng">
            <a:solidFill>
              <a:schemeClr val="lt1"/>
            </a:solidFill>
            <a:prstDash val="solid"/>
            <a:round/>
            <a:headEnd type="none" w="sm" len="sm"/>
            <a:tailEnd type="none" w="sm" len="sm"/>
          </a:ln>
        </p:spPr>
      </p:cxnSp>
      <p:cxnSp>
        <p:nvCxnSpPr>
          <p:cNvPr id="1118" name="Google Shape;1118;p81"/>
          <p:cNvCxnSpPr>
            <a:stCxn id="1106" idx="0"/>
            <a:endCxn id="1115" idx="2"/>
          </p:cNvCxnSpPr>
          <p:nvPr/>
        </p:nvCxnSpPr>
        <p:spPr>
          <a:xfrm rot="-5400000">
            <a:off x="5992456" y="1874386"/>
            <a:ext cx="694500" cy="600"/>
          </a:xfrm>
          <a:prstGeom prst="bentConnector3">
            <a:avLst>
              <a:gd name="adj1" fmla="val 50004"/>
            </a:avLst>
          </a:prstGeom>
          <a:noFill/>
          <a:ln w="9525" cap="rnd" cmpd="sng">
            <a:solidFill>
              <a:schemeClr val="lt1"/>
            </a:solidFill>
            <a:prstDash val="solid"/>
            <a:round/>
            <a:headEnd type="none" w="sm" len="sm"/>
            <a:tailEnd type="none" w="sm" len="sm"/>
          </a:ln>
        </p:spPr>
      </p:cxnSp>
      <p:cxnSp>
        <p:nvCxnSpPr>
          <p:cNvPr id="1119" name="Google Shape;1119;p81"/>
          <p:cNvCxnSpPr/>
          <p:nvPr/>
        </p:nvCxnSpPr>
        <p:spPr>
          <a:xfrm flipH="1">
            <a:off x="9006963" y="3214397"/>
            <a:ext cx="659830" cy="1069791"/>
          </a:xfrm>
          <a:prstGeom prst="straightConnector1">
            <a:avLst/>
          </a:prstGeom>
          <a:noFill/>
          <a:ln w="9525" cap="rnd" cmpd="sng">
            <a:solidFill>
              <a:schemeClr val="lt1"/>
            </a:solidFill>
            <a:prstDash val="solid"/>
            <a:round/>
            <a:headEnd type="triangle" w="med" len="med"/>
            <a:tailEnd type="triangle" w="med" len="med"/>
          </a:ln>
        </p:spPr>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8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Image &amp; Containers</a:t>
            </a:r>
            <a:endParaRPr sz="2900"/>
          </a:p>
        </p:txBody>
      </p:sp>
      <p:sp>
        <p:nvSpPr>
          <p:cNvPr id="1127" name="Google Shape;1127;p8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sp>
        <p:nvSpPr>
          <p:cNvPr id="1128" name="Google Shape;1128;p82"/>
          <p:cNvSpPr txBox="1"/>
          <p:nvPr/>
        </p:nvSpPr>
        <p:spPr>
          <a:xfrm>
            <a:off x="712540" y="790107"/>
            <a:ext cx="10954853" cy="600164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snap install docker</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docker</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image</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a:t>
            </a:r>
            <a:r>
              <a:rPr lang="en-US" sz="1200">
                <a:solidFill>
                  <a:srgbClr val="FFFF00"/>
                </a:solidFill>
                <a:latin typeface="Times New Roman"/>
                <a:ea typeface="Times New Roman"/>
                <a:cs typeface="Times New Roman"/>
                <a:sym typeface="Times New Roman"/>
              </a:rPr>
              <a:t>sudo docker container run httpd</a:t>
            </a:r>
            <a:endParaRPr sz="1200">
              <a:solidFill>
                <a:srgbClr val="FFFF00"/>
              </a:solidFill>
              <a:latin typeface="Times New Roman"/>
              <a:ea typeface="Times New Roman"/>
              <a:cs typeface="Times New Roman"/>
              <a:sym typeface="Times New Roman"/>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Unable to find image 'httpd:latest' locally</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latest: Pulling from library/httpd</a:t>
            </a:r>
            <a:endParaRPr sz="1200">
              <a:solidFill>
                <a:srgbClr val="00B050"/>
              </a:solidFill>
              <a:latin typeface="Times New Roman"/>
              <a:ea typeface="Times New Roman"/>
              <a:cs typeface="Times New Roman"/>
              <a:sym typeface="Times New Roman"/>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c57ee5000d61: Pull complete</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ef22398cad3c: Pull complete</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4f4fb700ef54: Pull complete</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f420b40fd7be: Pull complete</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ea4892b1a58d: Pull complete</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1fe3871b50ff: Pull complete</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stop naughty_ellis</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run --help</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run --name test -d -p 8080:80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(sudo docker container rm test, sudo docker contianer ls -a)</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stop test</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 -a</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CONTAINER ID   IMAGE     COMMAND              CREATED          STATUS                      PORTS     NAMES</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518e199c8b16   httpd     "httpd-foreground"   5 minutes ago    Exited (0) 45 seconds ago             test</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baace6a0d62a   httpd     "httpd-foreground"   13 minutes ago   Exited (0) 11 minutes ago             naughty_ellis</a:t>
            </a:r>
            <a:endParaRPr sz="1200">
              <a:solidFill>
                <a:srgbClr val="00B050"/>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8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image : container = 1: m</a:t>
            </a:r>
            <a:endParaRPr sz="2900"/>
          </a:p>
        </p:txBody>
      </p:sp>
      <p:sp>
        <p:nvSpPr>
          <p:cNvPr id="1136" name="Google Shape;1136;p8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sp>
        <p:nvSpPr>
          <p:cNvPr id="1137" name="Google Shape;1137;p83"/>
          <p:cNvSpPr txBox="1"/>
          <p:nvPr/>
        </p:nvSpPr>
        <p:spPr>
          <a:xfrm>
            <a:off x="756501" y="983538"/>
            <a:ext cx="11025191" cy="53553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rm test</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 -a</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CONTAINER ID   IMAGE     COMMAND              CREATED          STATUS                      PORTS     NAMES</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baace6a0d62a   httpd     "httpd-foreground"   14 minutes ago   Exited (0) 12 minutes ago             naughty_ellis</a:t>
            </a:r>
            <a:endParaRPr sz="1200">
              <a:solidFill>
                <a:srgbClr val="00B05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image ls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image rm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rgbClr val="00B050"/>
                </a:solidFill>
                <a:latin typeface="Times New Roman"/>
                <a:ea typeface="Times New Roman"/>
                <a:cs typeface="Times New Roman"/>
                <a:sym typeface="Times New Roman"/>
              </a:rPr>
              <a:t>Error response from daemon: conflict: unable to remove repository reference "httpd" (must force) - container baace6a0d62a is using its referenced image 59bcd61b45fd</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 -a</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CONTAINER ID   IMAGE     COMMAND              CREATED          STATUS                      PORTS     NAMES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baace6a0d62a   httpd     "httpd-foreground"   19 minutes ago   Exited (0) 17 minutes ago             naughty_ellis</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rm baace6a0d62a</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container ls -a</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&gt;&gt; sudo docker image rm httpd</a:t>
            </a:r>
            <a:endParaRPr sz="1200">
              <a:solidFill>
                <a:schemeClr val="lt2"/>
              </a:solidFill>
              <a:latin typeface="Times New Roman"/>
              <a:ea typeface="Times New Roman"/>
              <a:cs typeface="Times New Roman"/>
              <a:sym typeface="Times New Roman"/>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Untagged: httpd:latest</a:t>
            </a:r>
            <a:endParaRPr sz="1200">
              <a:solidFill>
                <a:srgbClr val="00B050"/>
              </a:solidFill>
              <a:latin typeface="Times New Roman"/>
              <a:ea typeface="Times New Roman"/>
              <a:cs typeface="Times New Roman"/>
              <a:sym typeface="Times New Roman"/>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Untagged: httpd@sha256:bf3df534d25718ac5b206f6705ebd157f9ed5d62687766aa058556ed4b760027</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sha256:59bcd61b45fd94a7f19314d259effc3da8b42a0e157263af2246a22c07e96595</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sha256:93fa866339bf3706ef00e42e492a4556c1700d2ee8c0e11898f413f13d0b6eff</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sha256:314e706d4e17551bf069fbaa820e534914927a3da3d85bff437feb9565512512</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sha256:7154a59f53e1142dcc59619c79662c0958d0669dc01d29bbdfd89ca3c54d01ab</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sha256:fcf298244b58fe6e8ffc56798a2117062ab8eab3e786824871e6978f31a31c87</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sha256:52729c98f9892f98242389453d460c8737d34d97b3b5f82bcc1f2ce2a7b323d1</a:t>
            </a:r>
            <a:endParaRPr/>
          </a:p>
          <a:p>
            <a:pPr marL="0" marR="0" lvl="0" indent="0" algn="l" rtl="0">
              <a:spcBef>
                <a:spcPts val="0"/>
              </a:spcBef>
              <a:spcAft>
                <a:spcPts val="0"/>
              </a:spcAft>
              <a:buNone/>
            </a:pPr>
            <a:r>
              <a:rPr lang="en-US" sz="1200">
                <a:solidFill>
                  <a:srgbClr val="00B050"/>
                </a:solidFill>
                <a:latin typeface="Times New Roman"/>
                <a:ea typeface="Times New Roman"/>
                <a:cs typeface="Times New Roman"/>
                <a:sym typeface="Times New Roman"/>
              </a:rPr>
              <a:t>Deleted: sha256:fb1bd2fc52827db4ce719cc1aafd4a035d68bc71183b3bc39014f23e9e5fa256</a:t>
            </a:r>
            <a:endParaRPr sz="1200">
              <a:solidFill>
                <a:srgbClr val="00B05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8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3200"/>
              <a:buFont typeface="Batang"/>
              <a:buNone/>
            </a:pPr>
            <a:r>
              <a:rPr lang="en-US"/>
              <a:t>실습하기</a:t>
            </a:r>
            <a:endParaRPr/>
          </a:p>
        </p:txBody>
      </p:sp>
      <p:sp>
        <p:nvSpPr>
          <p:cNvPr id="1143" name="Google Shape;1143;p8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pic>
        <p:nvPicPr>
          <p:cNvPr id="1144" name="Google Shape;1144;p84" descr="나무 배경에 영화 클래퍼입니다. 3d 그림"/>
          <p:cNvPicPr preferRelativeResize="0"/>
          <p:nvPr/>
        </p:nvPicPr>
        <p:blipFill rotWithShape="1">
          <a:blip r:embed="rId3">
            <a:alphaModFix/>
          </a:blip>
          <a:srcRect/>
          <a:stretch/>
        </p:blipFill>
        <p:spPr>
          <a:xfrm>
            <a:off x="1333500" y="1047750"/>
            <a:ext cx="9525000" cy="4762500"/>
          </a:xfrm>
          <a:prstGeom prst="rect">
            <a:avLst/>
          </a:prstGeom>
          <a:noFill/>
          <a:ln>
            <a:noFill/>
          </a:ln>
        </p:spPr>
      </p:pic>
      <p:sp>
        <p:nvSpPr>
          <p:cNvPr id="1145" name="Google Shape;1145;p84"/>
          <p:cNvSpPr txBox="1"/>
          <p:nvPr/>
        </p:nvSpPr>
        <p:spPr>
          <a:xfrm rot="1558658">
            <a:off x="3973377" y="4015361"/>
            <a:ext cx="15100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00"/>
                </a:solidFill>
                <a:latin typeface="Arial"/>
                <a:ea typeface="Arial"/>
                <a:cs typeface="Arial"/>
                <a:sym typeface="Arial"/>
              </a:rPr>
              <a:t>mlflow</a:t>
            </a:r>
            <a:endParaRPr sz="1800" b="1">
              <a:solidFill>
                <a:srgbClr val="FFFF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p85"/>
          <p:cNvSpPr/>
          <p:nvPr/>
        </p:nvSpPr>
        <p:spPr>
          <a:xfrm>
            <a:off x="1763271" y="2305487"/>
            <a:ext cx="2030657" cy="2145324"/>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53" name="Google Shape;1153;p85"/>
          <p:cNvSpPr/>
          <p:nvPr/>
        </p:nvSpPr>
        <p:spPr>
          <a:xfrm>
            <a:off x="4475286" y="2294792"/>
            <a:ext cx="7209692" cy="2063031"/>
          </a:xfrm>
          <a:prstGeom prst="rect">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54" name="Google Shape;1154;p8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2"/>
              </a:buClr>
              <a:buSzPts val="2900"/>
              <a:buFont typeface="Batang"/>
              <a:buNone/>
            </a:pPr>
            <a:r>
              <a:rPr lang="en-US" sz="2900"/>
              <a:t>Network with containers via ports using port mapping</a:t>
            </a:r>
            <a:endParaRPr sz="2900"/>
          </a:p>
        </p:txBody>
      </p:sp>
      <p:sp>
        <p:nvSpPr>
          <p:cNvPr id="1155" name="Google Shape;1155;p8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sp>
        <p:nvSpPr>
          <p:cNvPr id="1156" name="Google Shape;1156;p85"/>
          <p:cNvSpPr/>
          <p:nvPr/>
        </p:nvSpPr>
        <p:spPr>
          <a:xfrm>
            <a:off x="4865018" y="2890150"/>
            <a:ext cx="1829027" cy="526585"/>
          </a:xfrm>
          <a:prstGeom prst="rect">
            <a:avLst/>
          </a:prstGeom>
          <a:solidFill>
            <a:srgbClr val="E6D7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518e199c8b16</a:t>
            </a:r>
            <a:endParaRPr/>
          </a:p>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test</a:t>
            </a:r>
            <a:endParaRPr/>
          </a:p>
        </p:txBody>
      </p:sp>
      <p:sp>
        <p:nvSpPr>
          <p:cNvPr id="1157" name="Google Shape;1157;p85"/>
          <p:cNvSpPr/>
          <p:nvPr/>
        </p:nvSpPr>
        <p:spPr>
          <a:xfrm>
            <a:off x="7266607" y="2890150"/>
            <a:ext cx="1829027" cy="526585"/>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baace6a0d62a</a:t>
            </a:r>
            <a:endParaRPr/>
          </a:p>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naughty_ellis</a:t>
            </a:r>
            <a:endParaRPr sz="1600">
              <a:solidFill>
                <a:schemeClr val="dk1"/>
              </a:solidFill>
              <a:latin typeface="Times New Roman"/>
              <a:ea typeface="Times New Roman"/>
              <a:cs typeface="Times New Roman"/>
              <a:sym typeface="Times New Roman"/>
            </a:endParaRPr>
          </a:p>
        </p:txBody>
      </p:sp>
      <p:sp>
        <p:nvSpPr>
          <p:cNvPr id="1158" name="Google Shape;1158;p85"/>
          <p:cNvSpPr/>
          <p:nvPr/>
        </p:nvSpPr>
        <p:spPr>
          <a:xfrm>
            <a:off x="4865017" y="3511591"/>
            <a:ext cx="1829027" cy="307777"/>
          </a:xfrm>
          <a:prstGeom prst="rect">
            <a:avLst/>
          </a:prstGeom>
          <a:noFill/>
          <a:ln w="9525" cap="flat" cmpd="sng">
            <a:solidFill>
              <a:schemeClr val="l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Thin Writable Layer</a:t>
            </a:r>
            <a:endParaRPr sz="1400">
              <a:solidFill>
                <a:schemeClr val="lt1"/>
              </a:solidFill>
              <a:latin typeface="Sorts Mill Goudy"/>
              <a:ea typeface="Sorts Mill Goudy"/>
              <a:cs typeface="Sorts Mill Goudy"/>
              <a:sym typeface="Sorts Mill Goudy"/>
            </a:endParaRPr>
          </a:p>
        </p:txBody>
      </p:sp>
      <p:sp>
        <p:nvSpPr>
          <p:cNvPr id="1159" name="Google Shape;1159;p85"/>
          <p:cNvSpPr/>
          <p:nvPr/>
        </p:nvSpPr>
        <p:spPr>
          <a:xfrm>
            <a:off x="7266606" y="3511591"/>
            <a:ext cx="1829027" cy="307777"/>
          </a:xfrm>
          <a:prstGeom prst="rect">
            <a:avLst/>
          </a:prstGeom>
          <a:noFill/>
          <a:ln w="9525" cap="flat" cmpd="sng">
            <a:solidFill>
              <a:schemeClr val="l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Thin Writable Layer</a:t>
            </a:r>
            <a:endParaRPr sz="1400">
              <a:solidFill>
                <a:schemeClr val="lt1"/>
              </a:solidFill>
              <a:latin typeface="Sorts Mill Goudy"/>
              <a:ea typeface="Sorts Mill Goudy"/>
              <a:cs typeface="Sorts Mill Goudy"/>
              <a:sym typeface="Sorts Mill Goudy"/>
            </a:endParaRPr>
          </a:p>
        </p:txBody>
      </p:sp>
      <p:sp>
        <p:nvSpPr>
          <p:cNvPr id="1160" name="Google Shape;1160;p85"/>
          <p:cNvSpPr/>
          <p:nvPr/>
        </p:nvSpPr>
        <p:spPr>
          <a:xfrm>
            <a:off x="9599497" y="2890150"/>
            <a:ext cx="1829027" cy="526585"/>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MySQL</a:t>
            </a:r>
            <a:endParaRPr/>
          </a:p>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bravo_brave</a:t>
            </a:r>
            <a:endParaRPr sz="1600">
              <a:solidFill>
                <a:schemeClr val="dk1"/>
              </a:solidFill>
              <a:latin typeface="Times New Roman"/>
              <a:ea typeface="Times New Roman"/>
              <a:cs typeface="Times New Roman"/>
              <a:sym typeface="Times New Roman"/>
            </a:endParaRPr>
          </a:p>
        </p:txBody>
      </p:sp>
      <p:sp>
        <p:nvSpPr>
          <p:cNvPr id="1161" name="Google Shape;1161;p85"/>
          <p:cNvSpPr/>
          <p:nvPr/>
        </p:nvSpPr>
        <p:spPr>
          <a:xfrm>
            <a:off x="9599498" y="3511591"/>
            <a:ext cx="1829026" cy="307777"/>
          </a:xfrm>
          <a:prstGeom prst="rect">
            <a:avLst/>
          </a:prstGeom>
          <a:noFill/>
          <a:ln w="9525" cap="flat" cmpd="sng">
            <a:solidFill>
              <a:schemeClr val="lt1"/>
            </a:solidFill>
            <a:prstDash val="dash"/>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lt1"/>
                </a:solidFill>
                <a:latin typeface="Sorts Mill Goudy"/>
                <a:ea typeface="Sorts Mill Goudy"/>
                <a:cs typeface="Sorts Mill Goudy"/>
                <a:sym typeface="Sorts Mill Goudy"/>
              </a:rPr>
              <a:t>Thin Writable Layer</a:t>
            </a:r>
            <a:endParaRPr sz="1400">
              <a:solidFill>
                <a:schemeClr val="lt1"/>
              </a:solidFill>
              <a:latin typeface="Sorts Mill Goudy"/>
              <a:ea typeface="Sorts Mill Goudy"/>
              <a:cs typeface="Sorts Mill Goudy"/>
              <a:sym typeface="Sorts Mill Goudy"/>
            </a:endParaRPr>
          </a:p>
        </p:txBody>
      </p:sp>
      <p:sp>
        <p:nvSpPr>
          <p:cNvPr id="1162" name="Google Shape;1162;p85"/>
          <p:cNvSpPr/>
          <p:nvPr/>
        </p:nvSpPr>
        <p:spPr>
          <a:xfrm>
            <a:off x="6900608" y="1437261"/>
            <a:ext cx="256102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Sorts Mill Goudy"/>
                <a:ea typeface="Sorts Mill Goudy"/>
                <a:cs typeface="Sorts Mill Goudy"/>
                <a:sym typeface="Sorts Mill Goudy"/>
              </a:rPr>
              <a:t>Docker Containers</a:t>
            </a:r>
            <a:endParaRPr sz="2400" b="1">
              <a:solidFill>
                <a:schemeClr val="lt1"/>
              </a:solidFill>
              <a:latin typeface="Sorts Mill Goudy"/>
              <a:ea typeface="Sorts Mill Goudy"/>
              <a:cs typeface="Sorts Mill Goudy"/>
              <a:sym typeface="Sorts Mill Goudy"/>
            </a:endParaRPr>
          </a:p>
        </p:txBody>
      </p:sp>
      <p:cxnSp>
        <p:nvCxnSpPr>
          <p:cNvPr id="1163" name="Google Shape;1163;p85"/>
          <p:cNvCxnSpPr>
            <a:stCxn id="1156" idx="0"/>
            <a:endCxn id="1162" idx="2"/>
          </p:cNvCxnSpPr>
          <p:nvPr/>
        </p:nvCxnSpPr>
        <p:spPr>
          <a:xfrm rot="-5400000">
            <a:off x="6484682" y="1193800"/>
            <a:ext cx="991200" cy="2401500"/>
          </a:xfrm>
          <a:prstGeom prst="bentConnector3">
            <a:avLst>
              <a:gd name="adj1" fmla="val 50000"/>
            </a:avLst>
          </a:prstGeom>
          <a:noFill/>
          <a:ln w="9525" cap="rnd" cmpd="sng">
            <a:solidFill>
              <a:schemeClr val="lt1"/>
            </a:solidFill>
            <a:prstDash val="solid"/>
            <a:round/>
            <a:headEnd type="none" w="sm" len="sm"/>
            <a:tailEnd type="none" w="sm" len="sm"/>
          </a:ln>
        </p:spPr>
      </p:cxnSp>
      <p:cxnSp>
        <p:nvCxnSpPr>
          <p:cNvPr id="1164" name="Google Shape;1164;p85"/>
          <p:cNvCxnSpPr>
            <a:stCxn id="1160" idx="0"/>
            <a:endCxn id="1162" idx="2"/>
          </p:cNvCxnSpPr>
          <p:nvPr/>
        </p:nvCxnSpPr>
        <p:spPr>
          <a:xfrm rot="5400000" flipH="1">
            <a:off x="8852011" y="1228150"/>
            <a:ext cx="991200" cy="2332800"/>
          </a:xfrm>
          <a:prstGeom prst="bentConnector3">
            <a:avLst>
              <a:gd name="adj1" fmla="val 50001"/>
            </a:avLst>
          </a:prstGeom>
          <a:noFill/>
          <a:ln w="9525" cap="rnd" cmpd="sng">
            <a:solidFill>
              <a:schemeClr val="lt1"/>
            </a:solidFill>
            <a:prstDash val="solid"/>
            <a:round/>
            <a:headEnd type="none" w="sm" len="sm"/>
            <a:tailEnd type="none" w="sm" len="sm"/>
          </a:ln>
        </p:spPr>
      </p:cxnSp>
      <p:cxnSp>
        <p:nvCxnSpPr>
          <p:cNvPr id="1165" name="Google Shape;1165;p85"/>
          <p:cNvCxnSpPr>
            <a:stCxn id="1157" idx="0"/>
            <a:endCxn id="1162" idx="2"/>
          </p:cNvCxnSpPr>
          <p:nvPr/>
        </p:nvCxnSpPr>
        <p:spPr>
          <a:xfrm rot="-5400000">
            <a:off x="7685821" y="2394250"/>
            <a:ext cx="991200" cy="600"/>
          </a:xfrm>
          <a:prstGeom prst="bentConnector3">
            <a:avLst>
              <a:gd name="adj1" fmla="val 50001"/>
            </a:avLst>
          </a:prstGeom>
          <a:noFill/>
          <a:ln w="9525" cap="rnd" cmpd="sng">
            <a:solidFill>
              <a:schemeClr val="lt1"/>
            </a:solidFill>
            <a:prstDash val="solid"/>
            <a:round/>
            <a:headEnd type="none" w="sm" len="sm"/>
            <a:tailEnd type="none" w="sm" len="sm"/>
          </a:ln>
        </p:spPr>
      </p:cxnSp>
      <p:sp>
        <p:nvSpPr>
          <p:cNvPr id="1166" name="Google Shape;1166;p85"/>
          <p:cNvSpPr/>
          <p:nvPr/>
        </p:nvSpPr>
        <p:spPr>
          <a:xfrm>
            <a:off x="1766722" y="4357823"/>
            <a:ext cx="9918255" cy="1383553"/>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sp>
        <p:nvSpPr>
          <p:cNvPr id="1167" name="Google Shape;1167;p85"/>
          <p:cNvSpPr/>
          <p:nvPr/>
        </p:nvSpPr>
        <p:spPr>
          <a:xfrm>
            <a:off x="2125394" y="4526379"/>
            <a:ext cx="16685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Sorts Mill Goudy"/>
                <a:ea typeface="Sorts Mill Goudy"/>
                <a:cs typeface="Sorts Mill Goudy"/>
                <a:sym typeface="Sorts Mill Goudy"/>
              </a:rPr>
              <a:t>Local host</a:t>
            </a:r>
            <a:endParaRPr sz="2800" b="1">
              <a:solidFill>
                <a:schemeClr val="lt1"/>
              </a:solidFill>
              <a:latin typeface="Sorts Mill Goudy"/>
              <a:ea typeface="Sorts Mill Goudy"/>
              <a:cs typeface="Sorts Mill Goudy"/>
              <a:sym typeface="Sorts Mill Goudy"/>
            </a:endParaRPr>
          </a:p>
        </p:txBody>
      </p:sp>
      <p:cxnSp>
        <p:nvCxnSpPr>
          <p:cNvPr id="1168" name="Google Shape;1168;p85"/>
          <p:cNvCxnSpPr>
            <a:stCxn id="1167" idx="2"/>
            <a:endCxn id="1158" idx="2"/>
          </p:cNvCxnSpPr>
          <p:nvPr/>
        </p:nvCxnSpPr>
        <p:spPr>
          <a:xfrm rot="-5400000">
            <a:off x="3754511" y="3024449"/>
            <a:ext cx="1230300" cy="2820000"/>
          </a:xfrm>
          <a:prstGeom prst="bentConnector3">
            <a:avLst>
              <a:gd name="adj1" fmla="val -18581"/>
            </a:avLst>
          </a:prstGeom>
          <a:noFill/>
          <a:ln w="9525" cap="rnd" cmpd="sng">
            <a:solidFill>
              <a:schemeClr val="dk1"/>
            </a:solidFill>
            <a:prstDash val="solid"/>
            <a:round/>
            <a:headEnd type="none" w="sm" len="sm"/>
            <a:tailEnd type="none" w="sm" len="sm"/>
          </a:ln>
        </p:spPr>
      </p:cxnSp>
      <p:cxnSp>
        <p:nvCxnSpPr>
          <p:cNvPr id="1169" name="Google Shape;1169;p85"/>
          <p:cNvCxnSpPr>
            <a:stCxn id="1167" idx="2"/>
            <a:endCxn id="1159" idx="2"/>
          </p:cNvCxnSpPr>
          <p:nvPr/>
        </p:nvCxnSpPr>
        <p:spPr>
          <a:xfrm rot="-5400000">
            <a:off x="4955261" y="1823699"/>
            <a:ext cx="1230300" cy="5221500"/>
          </a:xfrm>
          <a:prstGeom prst="bentConnector3">
            <a:avLst>
              <a:gd name="adj1" fmla="val -18581"/>
            </a:avLst>
          </a:prstGeom>
          <a:noFill/>
          <a:ln w="9525" cap="rnd" cmpd="sng">
            <a:solidFill>
              <a:schemeClr val="dk1"/>
            </a:solidFill>
            <a:prstDash val="solid"/>
            <a:round/>
            <a:headEnd type="none" w="sm" len="sm"/>
            <a:tailEnd type="none" w="sm" len="sm"/>
          </a:ln>
        </p:spPr>
      </p:cxnSp>
      <p:cxnSp>
        <p:nvCxnSpPr>
          <p:cNvPr id="1170" name="Google Shape;1170;p85"/>
          <p:cNvCxnSpPr>
            <a:stCxn id="1167" idx="2"/>
            <a:endCxn id="1161" idx="2"/>
          </p:cNvCxnSpPr>
          <p:nvPr/>
        </p:nvCxnSpPr>
        <p:spPr>
          <a:xfrm rot="-5400000">
            <a:off x="6121661" y="657299"/>
            <a:ext cx="1230300" cy="7554300"/>
          </a:xfrm>
          <a:prstGeom prst="bentConnector3">
            <a:avLst>
              <a:gd name="adj1" fmla="val -18581"/>
            </a:avLst>
          </a:prstGeom>
          <a:noFill/>
          <a:ln w="9525" cap="rnd" cmpd="sng">
            <a:solidFill>
              <a:schemeClr val="dk1"/>
            </a:solidFill>
            <a:prstDash val="solid"/>
            <a:round/>
            <a:headEnd type="none" w="sm" len="sm"/>
            <a:tailEnd type="none" w="sm" len="sm"/>
          </a:ln>
        </p:spPr>
      </p:cxn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p8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a:solidFill>
                  <a:schemeClr val="lt1"/>
                </a:solidFill>
              </a:rPr>
              <a:t>Docker: Port Mapping</a:t>
            </a:r>
            <a:endParaRPr sz="2900">
              <a:solidFill>
                <a:schemeClr val="lt1"/>
              </a:solidFill>
            </a:endParaRPr>
          </a:p>
        </p:txBody>
      </p:sp>
      <p:sp>
        <p:nvSpPr>
          <p:cNvPr id="1178" name="Google Shape;1178;p8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sp>
        <p:nvSpPr>
          <p:cNvPr id="1179" name="Google Shape;1179;p86"/>
          <p:cNvSpPr/>
          <p:nvPr/>
        </p:nvSpPr>
        <p:spPr>
          <a:xfrm>
            <a:off x="1993167" y="6036261"/>
            <a:ext cx="5796818"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u="sng">
                <a:solidFill>
                  <a:schemeClr val="lt1"/>
                </a:solidFill>
                <a:latin typeface="Sorts Mill Goudy"/>
                <a:ea typeface="Sorts Mill Goudy"/>
                <a:cs typeface="Sorts Mill Goudy"/>
                <a:sym typeface="Sorts Mill Goudy"/>
                <a:hlinkClick r:id="rId3">
                  <a:extLst>
                    <a:ext uri="{A12FA001-AC4F-418D-AE19-62706E023703}">
                      <ahyp:hlinkClr xmlns:ahyp="http://schemas.microsoft.com/office/drawing/2018/hyperlinkcolor" val="tx"/>
                    </a:ext>
                  </a:extLst>
                </a:hlinkClick>
              </a:rPr>
              <a:t>https://yuminlee2.medium.com/docker-port-mapping-12dd1d94fa54</a:t>
            </a:r>
            <a:r>
              <a:rPr lang="en-US" sz="1200">
                <a:solidFill>
                  <a:schemeClr val="lt1"/>
                </a:solidFill>
                <a:latin typeface="Sorts Mill Goudy"/>
                <a:ea typeface="Sorts Mill Goudy"/>
                <a:cs typeface="Sorts Mill Goudy"/>
                <a:sym typeface="Sorts Mill Goudy"/>
              </a:rPr>
              <a:t> </a:t>
            </a:r>
            <a:endParaRPr/>
          </a:p>
        </p:txBody>
      </p:sp>
      <p:sp>
        <p:nvSpPr>
          <p:cNvPr id="1180" name="Google Shape;1180;p86"/>
          <p:cNvSpPr/>
          <p:nvPr/>
        </p:nvSpPr>
        <p:spPr>
          <a:xfrm>
            <a:off x="1165518" y="866946"/>
            <a:ext cx="10818398" cy="738664"/>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chemeClr val="lt1"/>
              </a:buClr>
              <a:buSzPts val="1400"/>
              <a:buFont typeface="Noto Sans Symbols"/>
              <a:buChar char="❖"/>
            </a:pPr>
            <a:r>
              <a:rPr lang="en-US" sz="1400">
                <a:solidFill>
                  <a:schemeClr val="lt1"/>
                </a:solidFill>
                <a:latin typeface="Batang"/>
                <a:ea typeface="Batang"/>
                <a:cs typeface="Batang"/>
                <a:sym typeface="Batang"/>
              </a:rPr>
              <a:t>Port mapping enables the connection between a container’s internal port and a host’s external port, making the application within the container accessible from outside.</a:t>
            </a:r>
            <a:r>
              <a:rPr lang="en-US" sz="1400" i="1">
                <a:solidFill>
                  <a:srgbClr val="242424"/>
                </a:solidFill>
                <a:latin typeface="Arial"/>
                <a:ea typeface="Arial"/>
                <a:cs typeface="Arial"/>
                <a:sym typeface="Arial"/>
              </a:rPr>
              <a:t> </a:t>
            </a:r>
            <a:endParaRPr sz="1400">
              <a:solidFill>
                <a:schemeClr val="lt1"/>
              </a:solidFill>
              <a:latin typeface="Sorts Mill Goudy"/>
              <a:ea typeface="Sorts Mill Goudy"/>
              <a:cs typeface="Sorts Mill Goudy"/>
              <a:sym typeface="Sorts Mill Goudy"/>
            </a:endParaRPr>
          </a:p>
        </p:txBody>
      </p:sp>
      <p:pic>
        <p:nvPicPr>
          <p:cNvPr id="1181" name="Google Shape;1181;p86" descr="https://miro.medium.com/v2/resize:fit:700/1*0iiE2Tsw_t9lqrk1nQ--Ww.png"/>
          <p:cNvPicPr preferRelativeResize="0"/>
          <p:nvPr/>
        </p:nvPicPr>
        <p:blipFill rotWithShape="1">
          <a:blip r:embed="rId4">
            <a:alphaModFix/>
          </a:blip>
          <a:srcRect/>
          <a:stretch/>
        </p:blipFill>
        <p:spPr>
          <a:xfrm>
            <a:off x="2072299" y="1711371"/>
            <a:ext cx="6091394" cy="432489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87"/>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a:solidFill>
                  <a:schemeClr val="lt1"/>
                </a:solidFill>
              </a:rPr>
              <a:t>Docker: Port Mapping</a:t>
            </a:r>
            <a:endParaRPr sz="2900">
              <a:solidFill>
                <a:schemeClr val="lt1"/>
              </a:solidFill>
            </a:endParaRPr>
          </a:p>
        </p:txBody>
      </p:sp>
      <p:sp>
        <p:nvSpPr>
          <p:cNvPr id="1189" name="Google Shape;1189;p87"/>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sp>
        <p:nvSpPr>
          <p:cNvPr id="1190" name="Google Shape;1190;p87"/>
          <p:cNvSpPr txBox="1"/>
          <p:nvPr/>
        </p:nvSpPr>
        <p:spPr>
          <a:xfrm>
            <a:off x="712540" y="878027"/>
            <a:ext cx="10954853" cy="480131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run --name test1 -d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ps -a</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run --name test1 -d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run --name test2 -d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ps -a</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CONTAINER ID   IMAGE     COMMAND              CREATED          STATUS          	PORTS     	NAMES</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d24c450d11ae   httpd     "httpd-foreground"   2 minutes ago    Up 2 minutes    	80/tcp   	 test2</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d154e7cf5c94   httpd     "httpd-foreground"   3 minutes ago    Up 3 minutes    	80/tcp   	 test1</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6c98dca516fb   httpd     "httpd-foreground"   58 minutes ago   Up 58 minutes   	80/tcp    	brave_mahavira</a:t>
            </a:r>
            <a:endParaRPr sz="1200">
              <a:solidFill>
                <a:srgbClr val="00B0F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run --name test2 -d -p 8080:80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run --name test3 -d -p 8080:80 httpd</a:t>
            </a:r>
            <a:endParaRPr sz="1200">
              <a:solidFill>
                <a:schemeClr val="lt2"/>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ps -a</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CONTAINER ID   IMAGE     COMMAND              CREATED          STATUS          	PORTS                                   		NAMES</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767ca933cf4a   httpd     "httpd-foreground"   26 seconds ago   Up 23 seconds   	0.0.0.0:8080-&gt;80/tcp, :::8080-&gt;80/tcp   	test3</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d24c450d11ae   httpd     "httpd-foreground"   3 minutes ago    Up 3 minutes    	80/tcp                                  		test2</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d154e7cf5c94   httpd     "httpd-foreground"   5 minutes ago    Up 5 minutes    	80/tcp                                  		test1</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6c98dca516fb   httpd     "httpd-foreground"   59 minutes ago   Up 59 minutes   	80/tcp                                  		brave_mahavira</a:t>
            </a:r>
            <a:endParaRPr sz="1200">
              <a:solidFill>
                <a:srgbClr val="00B0F0"/>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88"/>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a:solidFill>
                  <a:schemeClr val="lt1"/>
                </a:solidFill>
              </a:rPr>
              <a:t>Docker: Port Mapping</a:t>
            </a:r>
            <a:endParaRPr sz="2900">
              <a:solidFill>
                <a:schemeClr val="lt1"/>
              </a:solidFill>
            </a:endParaRPr>
          </a:p>
        </p:txBody>
      </p:sp>
      <p:sp>
        <p:nvSpPr>
          <p:cNvPr id="1198" name="Google Shape;1198;p88"/>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sp>
        <p:nvSpPr>
          <p:cNvPr id="1199" name="Google Shape;1199;p88"/>
          <p:cNvSpPr txBox="1"/>
          <p:nvPr/>
        </p:nvSpPr>
        <p:spPr>
          <a:xfrm>
            <a:off x="712540" y="878027"/>
            <a:ext cx="10954853" cy="507831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docker container ls -a</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CONTAINER ID   IMAGE     COMMAND              CREATED             STATUS                     	 PORTS	                                   	NAMES</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767ca933cf4a   httpd     "httpd-foreground"   23 minutes ago      Up 23 minutes               		0.0.0.0:8080-&gt;80/tcp, :::8080-&gt;80/tcp   	test3</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d24c450d11ae   httpd     "httpd-foreground"   26 minutes ago      Exited (0) 32 seconds ago                                           			test2</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d154e7cf5c94   httpd     "httpd-foreground"   28 minutes ago      Exited (0) 42 seconds ago                                           			test1</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6c98dca516fb   httpd     "httpd-foreground"   About an hour ago   Up About an hour            	80/tcp                                  		brave_mahavira</a:t>
            </a:r>
            <a:endParaRPr sz="1200">
              <a:solidFill>
                <a:srgbClr val="00B0F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rm test1</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stop test1</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stop test2</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container ls</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container ls -a</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rm test1</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rm test2</a:t>
            </a:r>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container ls -a</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CONTAINER ID   IMAGE     COMMAND              CREATED             STATUS             		PORTS                                   		NAMES</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767ca933cf4a   httpd     "httpd-foreground"   23 minutes ago      Up 23 minutes      		0.0.0.0:8080-&gt;80/tcp, :::8080-&gt;80/tcp   	test3</a:t>
            </a:r>
            <a:endParaRPr/>
          </a:p>
          <a:p>
            <a:pPr marL="0" marR="0" lvl="0" indent="0" algn="l" rtl="0">
              <a:lnSpc>
                <a:spcPct val="150000"/>
              </a:lnSpc>
              <a:spcBef>
                <a:spcPts val="0"/>
              </a:spcBef>
              <a:spcAft>
                <a:spcPts val="0"/>
              </a:spcAft>
              <a:buNone/>
            </a:pPr>
            <a:r>
              <a:rPr lang="en-US" sz="1200">
                <a:solidFill>
                  <a:srgbClr val="00B0F0"/>
                </a:solidFill>
                <a:latin typeface="Times New Roman"/>
                <a:ea typeface="Times New Roman"/>
                <a:cs typeface="Times New Roman"/>
                <a:sym typeface="Times New Roman"/>
              </a:rPr>
              <a:t>6c98dca516fb   httpd     "httpd-foreground"   About an hour ago   Up About an hour   		80/tcp            		                        brave_mahavira</a:t>
            </a:r>
            <a:endParaRPr sz="1200">
              <a:solidFill>
                <a:srgbClr val="00B0F0"/>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1200">
                <a:solidFill>
                  <a:schemeClr val="lt2"/>
                </a:solidFill>
                <a:latin typeface="Times New Roman"/>
                <a:ea typeface="Times New Roman"/>
                <a:cs typeface="Times New Roman"/>
                <a:sym typeface="Times New Roman"/>
              </a:rPr>
              <a:t>ancestor9@DESKTOP-D86SSPQ:~$ sudo docker ps -a</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pic>
        <p:nvPicPr>
          <p:cNvPr id="1204" name="Google Shape;1204;p89" descr="박수 보드 길가 제이콥과 라이언"/>
          <p:cNvPicPr preferRelativeResize="0"/>
          <p:nvPr/>
        </p:nvPicPr>
        <p:blipFill rotWithShape="1">
          <a:blip r:embed="rId3">
            <a:alphaModFix/>
          </a:blip>
          <a:srcRect/>
          <a:stretch/>
        </p:blipFill>
        <p:spPr>
          <a:xfrm>
            <a:off x="2302031" y="1273761"/>
            <a:ext cx="7045118" cy="4762500"/>
          </a:xfrm>
          <a:prstGeom prst="rect">
            <a:avLst/>
          </a:prstGeom>
          <a:noFill/>
          <a:ln>
            <a:noFill/>
          </a:ln>
        </p:spPr>
      </p:pic>
      <p:sp>
        <p:nvSpPr>
          <p:cNvPr id="1205" name="Google Shape;1205;p89"/>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00"/>
              </a:buClr>
              <a:buSzPts val="3200"/>
              <a:buFont typeface="Batang"/>
              <a:buNone/>
            </a:pPr>
            <a:r>
              <a:rPr lang="en-US" b="1">
                <a:solidFill>
                  <a:srgbClr val="FFFF00"/>
                </a:solidFill>
              </a:rPr>
              <a:t>과제 - 4</a:t>
            </a:r>
            <a:endParaRPr b="1">
              <a:solidFill>
                <a:srgbClr val="FFFF00"/>
              </a:solidFill>
            </a:endParaRPr>
          </a:p>
        </p:txBody>
      </p:sp>
      <p:sp>
        <p:nvSpPr>
          <p:cNvPr id="1206" name="Google Shape;1206;p89"/>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90"/>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14" name="Google Shape;1214;p90"/>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pic>
        <p:nvPicPr>
          <p:cNvPr id="1215" name="Google Shape;1215;p90"/>
          <p:cNvPicPr preferRelativeResize="0"/>
          <p:nvPr/>
        </p:nvPicPr>
        <p:blipFill rotWithShape="1">
          <a:blip r:embed="rId4">
            <a:alphaModFix/>
          </a:blip>
          <a:srcRect/>
          <a:stretch/>
        </p:blipFill>
        <p:spPr>
          <a:xfrm>
            <a:off x="1063865" y="1073370"/>
            <a:ext cx="9450146" cy="5145453"/>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221"/>
        <p:cNvGrpSpPr/>
        <p:nvPr/>
      </p:nvGrpSpPr>
      <p:grpSpPr>
        <a:xfrm>
          <a:off x="0" y="0"/>
          <a:ext cx="0" cy="0"/>
          <a:chOff x="0" y="0"/>
          <a:chExt cx="0" cy="0"/>
        </a:xfrm>
      </p:grpSpPr>
      <p:sp>
        <p:nvSpPr>
          <p:cNvPr id="1222" name="Google Shape;1222;p91"/>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23" name="Google Shape;1223;p91"/>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pic>
        <p:nvPicPr>
          <p:cNvPr id="1224" name="Google Shape;1224;p91"/>
          <p:cNvPicPr preferRelativeResize="0"/>
          <p:nvPr/>
        </p:nvPicPr>
        <p:blipFill rotWithShape="1">
          <a:blip r:embed="rId4">
            <a:alphaModFix/>
          </a:blip>
          <a:srcRect/>
          <a:stretch/>
        </p:blipFill>
        <p:spPr>
          <a:xfrm>
            <a:off x="527538" y="1054992"/>
            <a:ext cx="10128739" cy="5080229"/>
          </a:xfrm>
          <a:prstGeom prst="rect">
            <a:avLst/>
          </a:prstGeom>
          <a:noFill/>
          <a:ln>
            <a:noFill/>
          </a:ln>
        </p:spPr>
      </p:pic>
      <p:pic>
        <p:nvPicPr>
          <p:cNvPr id="1225" name="Google Shape;1225;p91"/>
          <p:cNvPicPr preferRelativeResize="0"/>
          <p:nvPr/>
        </p:nvPicPr>
        <p:blipFill rotWithShape="1">
          <a:blip r:embed="rId5">
            <a:alphaModFix/>
          </a:blip>
          <a:srcRect/>
          <a:stretch/>
        </p:blipFill>
        <p:spPr>
          <a:xfrm>
            <a:off x="5326857" y="5350733"/>
            <a:ext cx="5390966" cy="11617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92"/>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33" name="Google Shape;1233;p92"/>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pic>
        <p:nvPicPr>
          <p:cNvPr id="1234" name="Google Shape;1234;p92"/>
          <p:cNvPicPr preferRelativeResize="0"/>
          <p:nvPr/>
        </p:nvPicPr>
        <p:blipFill rotWithShape="1">
          <a:blip r:embed="rId4">
            <a:alphaModFix/>
          </a:blip>
          <a:srcRect/>
          <a:stretch/>
        </p:blipFill>
        <p:spPr>
          <a:xfrm>
            <a:off x="800372" y="905522"/>
            <a:ext cx="9915343" cy="57249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93"/>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42" name="Google Shape;1242;p93"/>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pic>
        <p:nvPicPr>
          <p:cNvPr id="1243" name="Google Shape;1243;p93"/>
          <p:cNvPicPr preferRelativeResize="0"/>
          <p:nvPr/>
        </p:nvPicPr>
        <p:blipFill rotWithShape="1">
          <a:blip r:embed="rId4">
            <a:alphaModFix/>
          </a:blip>
          <a:srcRect/>
          <a:stretch/>
        </p:blipFill>
        <p:spPr>
          <a:xfrm>
            <a:off x="756138" y="1014975"/>
            <a:ext cx="10166054" cy="5386411"/>
          </a:xfrm>
          <a:prstGeom prst="rect">
            <a:avLst/>
          </a:prstGeom>
          <a:noFill/>
          <a:ln>
            <a:noFill/>
          </a:ln>
        </p:spPr>
      </p:pic>
      <p:sp>
        <p:nvSpPr>
          <p:cNvPr id="1244" name="Google Shape;1244;p93"/>
          <p:cNvSpPr/>
          <p:nvPr/>
        </p:nvSpPr>
        <p:spPr>
          <a:xfrm>
            <a:off x="527538" y="2031023"/>
            <a:ext cx="4026877" cy="158262"/>
          </a:xfrm>
          <a:prstGeom prst="rect">
            <a:avLst/>
          </a:prstGeom>
          <a:noFill/>
          <a:ln w="15875" cap="rnd"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Sorts Mill Goudy"/>
              <a:ea typeface="Sorts Mill Goudy"/>
              <a:cs typeface="Sorts Mill Goudy"/>
              <a:sym typeface="Sorts Mill Goudy"/>
            </a:endParaRPr>
          </a:p>
        </p:txBody>
      </p:sp>
      <p:pic>
        <p:nvPicPr>
          <p:cNvPr id="1245" name="Google Shape;1245;p93"/>
          <p:cNvPicPr preferRelativeResize="0"/>
          <p:nvPr/>
        </p:nvPicPr>
        <p:blipFill rotWithShape="1">
          <a:blip r:embed="rId5">
            <a:alphaModFix/>
          </a:blip>
          <a:srcRect/>
          <a:stretch/>
        </p:blipFill>
        <p:spPr>
          <a:xfrm>
            <a:off x="4106474" y="2207009"/>
            <a:ext cx="7596088" cy="20883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94"/>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53" name="Google Shape;1253;p94"/>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pic>
        <p:nvPicPr>
          <p:cNvPr id="1254" name="Google Shape;1254;p94"/>
          <p:cNvPicPr preferRelativeResize="0"/>
          <p:nvPr/>
        </p:nvPicPr>
        <p:blipFill rotWithShape="1">
          <a:blip r:embed="rId4">
            <a:alphaModFix/>
          </a:blip>
          <a:srcRect/>
          <a:stretch/>
        </p:blipFill>
        <p:spPr>
          <a:xfrm>
            <a:off x="913795" y="2149441"/>
            <a:ext cx="10204755" cy="3112561"/>
          </a:xfrm>
          <a:prstGeom prst="rect">
            <a:avLst/>
          </a:prstGeom>
          <a:noFill/>
          <a:ln>
            <a:noFill/>
          </a:ln>
        </p:spPr>
      </p:pic>
      <p:sp>
        <p:nvSpPr>
          <p:cNvPr id="1255" name="Google Shape;1255;p94"/>
          <p:cNvSpPr txBox="1"/>
          <p:nvPr/>
        </p:nvSpPr>
        <p:spPr>
          <a:xfrm>
            <a:off x="623325" y="1090906"/>
            <a:ext cx="10934701" cy="40421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600"/>
              <a:buFont typeface="Noto Sans Symbols"/>
              <a:buChar char="❖"/>
            </a:pPr>
            <a:r>
              <a:rPr lang="en-US" sz="1600">
                <a:solidFill>
                  <a:schemeClr val="lt2"/>
                </a:solidFill>
                <a:latin typeface="Batang"/>
                <a:ea typeface="Batang"/>
                <a:cs typeface="Batang"/>
                <a:sym typeface="Batang"/>
              </a:rPr>
              <a:t>Ubuntu 새로운 Terminal을 열어서 “docker ps”로 확인 : docker 현재상태(ps, present status) </a:t>
            </a:r>
            <a:endParaRPr sz="1600">
              <a:solidFill>
                <a:schemeClr val="lt2"/>
              </a:solidFill>
              <a:latin typeface="Batang"/>
              <a:ea typeface="Batang"/>
              <a:cs typeface="Batang"/>
              <a:sym typeface="Batang"/>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2" name="Google Shape;1262;p95"/>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63" name="Google Shape;1263;p95"/>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sp>
        <p:nvSpPr>
          <p:cNvPr id="1264" name="Google Shape;1264;p95"/>
          <p:cNvSpPr txBox="1"/>
          <p:nvPr/>
        </p:nvSpPr>
        <p:spPr>
          <a:xfrm>
            <a:off x="623325" y="1090906"/>
            <a:ext cx="10934701" cy="78483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600"/>
              <a:buFont typeface="Noto Sans Symbols"/>
              <a:buChar char="❖"/>
            </a:pPr>
            <a:r>
              <a:rPr lang="en-US" sz="1600">
                <a:solidFill>
                  <a:schemeClr val="lt2"/>
                </a:solidFill>
                <a:latin typeface="Batang"/>
                <a:ea typeface="Batang"/>
                <a:cs typeface="Batang"/>
                <a:sym typeface="Batang"/>
              </a:rPr>
              <a:t>Container를 중지하려면 sudo docker stop [컨테이너_이름_또는_ID]</a:t>
            </a:r>
            <a:endParaRPr/>
          </a:p>
          <a:p>
            <a:pPr marL="742950" marR="0" lvl="1" indent="-285750" algn="l" rtl="0">
              <a:lnSpc>
                <a:spcPct val="150000"/>
              </a:lnSpc>
              <a:spcBef>
                <a:spcPts val="0"/>
              </a:spcBef>
              <a:spcAft>
                <a:spcPts val="0"/>
              </a:spcAft>
              <a:buClr>
                <a:schemeClr val="lt2"/>
              </a:buClr>
              <a:buSzPts val="1400"/>
              <a:buFont typeface="Noto Sans Symbols"/>
              <a:buChar char="❖"/>
            </a:pPr>
            <a:r>
              <a:rPr lang="en-US" sz="1400" b="0" i="0" u="none" strike="noStrike" cap="none">
                <a:solidFill>
                  <a:schemeClr val="lt2"/>
                </a:solidFill>
                <a:latin typeface="Batang"/>
                <a:ea typeface="Batang"/>
                <a:cs typeface="Batang"/>
                <a:sym typeface="Batang"/>
              </a:rPr>
              <a:t>Image를  먼저 stop 할 수는 없음  </a:t>
            </a:r>
            <a:endParaRPr sz="1400" b="0" i="0" u="none" strike="noStrike" cap="none">
              <a:solidFill>
                <a:schemeClr val="lt2"/>
              </a:solidFill>
              <a:latin typeface="Batang"/>
              <a:ea typeface="Batang"/>
              <a:cs typeface="Batang"/>
              <a:sym typeface="Batang"/>
            </a:endParaRPr>
          </a:p>
        </p:txBody>
      </p:sp>
      <p:pic>
        <p:nvPicPr>
          <p:cNvPr id="1265" name="Google Shape;1265;p95"/>
          <p:cNvPicPr preferRelativeResize="0"/>
          <p:nvPr/>
        </p:nvPicPr>
        <p:blipFill rotWithShape="1">
          <a:blip r:embed="rId4">
            <a:alphaModFix/>
          </a:blip>
          <a:srcRect/>
          <a:stretch/>
        </p:blipFill>
        <p:spPr>
          <a:xfrm>
            <a:off x="1274884" y="2485927"/>
            <a:ext cx="9323981" cy="32682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96"/>
          <p:cNvSpPr txBox="1">
            <a:spLocks noGrp="1"/>
          </p:cNvSpPr>
          <p:nvPr>
            <p:ph type="title"/>
          </p:nvPr>
        </p:nvSpPr>
        <p:spPr>
          <a:xfrm>
            <a:off x="913795" y="139083"/>
            <a:ext cx="10353762" cy="766439"/>
          </a:xfrm>
          <a:prstGeom prst="rect">
            <a:avLst/>
          </a:prstGeom>
          <a:noFill/>
          <a:ln>
            <a:noFill/>
          </a:ln>
          <a:effectLst>
            <a:outerShdw blurRad="25400">
              <a:srgbClr val="000000">
                <a:alpha val="45882"/>
              </a:srgbClr>
            </a:outerShdw>
          </a:effectLst>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2900"/>
              <a:buFont typeface="Batang"/>
              <a:buNone/>
            </a:pPr>
            <a:r>
              <a:rPr lang="en-US" sz="2900" u="sng">
                <a:solidFill>
                  <a:schemeClr val="lt1"/>
                </a:solidFill>
                <a:hlinkClick r:id="rId3">
                  <a:extLst>
                    <a:ext uri="{A12FA001-AC4F-418D-AE19-62706E023703}">
                      <ahyp:hlinkClr xmlns:ahyp="http://schemas.microsoft.com/office/drawing/2018/hyperlinkcolor" val="tx"/>
                    </a:ext>
                  </a:extLst>
                </a:hlinkClick>
              </a:rPr>
              <a:t>Docker Container Hands-On</a:t>
            </a:r>
            <a:endParaRPr sz="2900">
              <a:solidFill>
                <a:schemeClr val="lt1"/>
              </a:solidFill>
            </a:endParaRPr>
          </a:p>
        </p:txBody>
      </p:sp>
      <p:sp>
        <p:nvSpPr>
          <p:cNvPr id="1273" name="Google Shape;1273;p96"/>
          <p:cNvSpPr txBox="1">
            <a:spLocks noGrp="1"/>
          </p:cNvSpPr>
          <p:nvPr>
            <p:ph type="sldNum" idx="12"/>
          </p:nvPr>
        </p:nvSpPr>
        <p:spPr>
          <a:xfrm>
            <a:off x="10514011" y="6036261"/>
            <a:ext cx="7535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sp>
        <p:nvSpPr>
          <p:cNvPr id="1274" name="Google Shape;1274;p96"/>
          <p:cNvSpPr txBox="1"/>
          <p:nvPr/>
        </p:nvSpPr>
        <p:spPr>
          <a:xfrm>
            <a:off x="623325" y="1090906"/>
            <a:ext cx="10934701" cy="73449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lt2"/>
              </a:buClr>
              <a:buSzPts val="1600"/>
              <a:buFont typeface="Noto Sans Symbols"/>
              <a:buChar char="❖"/>
            </a:pPr>
            <a:r>
              <a:rPr lang="en-US" sz="1600">
                <a:solidFill>
                  <a:schemeClr val="lt2"/>
                </a:solidFill>
                <a:latin typeface="Batang"/>
                <a:ea typeface="Batang"/>
                <a:cs typeface="Batang"/>
                <a:sym typeface="Batang"/>
              </a:rPr>
              <a:t>Container는 중지 시킨 후 삭제한 후 해당 Image를 삭제</a:t>
            </a:r>
            <a:endParaRPr sz="1600">
              <a:solidFill>
                <a:schemeClr val="lt2"/>
              </a:solidFill>
              <a:latin typeface="Batang"/>
              <a:ea typeface="Batang"/>
              <a:cs typeface="Batang"/>
              <a:sym typeface="Batang"/>
            </a:endParaRPr>
          </a:p>
          <a:p>
            <a:pPr marL="742950" marR="0" lvl="1" indent="-285750" algn="l" rtl="0">
              <a:lnSpc>
                <a:spcPct val="150000"/>
              </a:lnSpc>
              <a:spcBef>
                <a:spcPts val="0"/>
              </a:spcBef>
              <a:spcAft>
                <a:spcPts val="0"/>
              </a:spcAft>
              <a:buClr>
                <a:schemeClr val="lt2"/>
              </a:buClr>
              <a:buSzPts val="1400"/>
              <a:buFont typeface="Noto Sans Symbols"/>
              <a:buChar char="❖"/>
            </a:pPr>
            <a:r>
              <a:rPr lang="en-US" sz="1400" b="0" i="0" u="none" strike="noStrike" cap="none">
                <a:solidFill>
                  <a:schemeClr val="lt2"/>
                </a:solidFill>
                <a:latin typeface="Batang"/>
                <a:ea typeface="Batang"/>
                <a:cs typeface="Batang"/>
                <a:sym typeface="Batang"/>
              </a:rPr>
              <a:t>“sudo docker ps –al” 명령어로 상세하게 확인</a:t>
            </a:r>
            <a:endParaRPr sz="1400" b="0" i="0" u="none" strike="noStrike" cap="none">
              <a:solidFill>
                <a:schemeClr val="lt2"/>
              </a:solidFill>
              <a:latin typeface="Batang"/>
              <a:ea typeface="Batang"/>
              <a:cs typeface="Batang"/>
              <a:sym typeface="Batang"/>
            </a:endParaRPr>
          </a:p>
        </p:txBody>
      </p:sp>
      <p:pic>
        <p:nvPicPr>
          <p:cNvPr id="1275" name="Google Shape;1275;p96"/>
          <p:cNvPicPr preferRelativeResize="0"/>
          <p:nvPr/>
        </p:nvPicPr>
        <p:blipFill rotWithShape="1">
          <a:blip r:embed="rId4">
            <a:alphaModFix/>
          </a:blip>
          <a:srcRect/>
          <a:stretch/>
        </p:blipFill>
        <p:spPr>
          <a:xfrm>
            <a:off x="1036975" y="1990661"/>
            <a:ext cx="10107400" cy="1540563"/>
          </a:xfrm>
          <a:prstGeom prst="rect">
            <a:avLst/>
          </a:prstGeom>
          <a:noFill/>
          <a:ln>
            <a:noFill/>
          </a:ln>
        </p:spPr>
      </p:pic>
      <p:pic>
        <p:nvPicPr>
          <p:cNvPr id="1276" name="Google Shape;1276;p96"/>
          <p:cNvPicPr preferRelativeResize="0"/>
          <p:nvPr/>
        </p:nvPicPr>
        <p:blipFill rotWithShape="1">
          <a:blip r:embed="rId5">
            <a:alphaModFix/>
          </a:blip>
          <a:srcRect/>
          <a:stretch/>
        </p:blipFill>
        <p:spPr>
          <a:xfrm>
            <a:off x="1036975" y="3516065"/>
            <a:ext cx="9903621" cy="790660"/>
          </a:xfrm>
          <a:prstGeom prst="rect">
            <a:avLst/>
          </a:prstGeom>
          <a:noFill/>
          <a:ln>
            <a:noFill/>
          </a:ln>
        </p:spPr>
      </p:pic>
      <p:pic>
        <p:nvPicPr>
          <p:cNvPr id="1277" name="Google Shape;1277;p96"/>
          <p:cNvPicPr preferRelativeResize="0"/>
          <p:nvPr/>
        </p:nvPicPr>
        <p:blipFill rotWithShape="1">
          <a:blip r:embed="rId6">
            <a:alphaModFix/>
          </a:blip>
          <a:srcRect/>
          <a:stretch/>
        </p:blipFill>
        <p:spPr>
          <a:xfrm>
            <a:off x="1036975" y="4428694"/>
            <a:ext cx="10384233" cy="1607567"/>
          </a:xfrm>
          <a:prstGeom prst="rect">
            <a:avLst/>
          </a:prstGeom>
          <a:noFill/>
          <a:ln>
            <a:noFill/>
          </a:ln>
        </p:spPr>
      </p:pic>
    </p:spTree>
  </p:cSld>
  <p:clrMapOvr>
    <a:masterClrMapping/>
  </p:clrMapOvr>
</p:sld>
</file>

<file path=ppt/theme/theme1.xml><?xml version="1.0" encoding="utf-8"?>
<a:theme xmlns:a="http://schemas.openxmlformats.org/drawingml/2006/main" name="SlateVTI">
  <a:themeElements>
    <a:clrScheme name="Coffee">
      <a:dk1>
        <a:srgbClr val="000000"/>
      </a:dk1>
      <a:lt1>
        <a:srgbClr val="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605</TotalTime>
  <Words>4780</Words>
  <Application>Microsoft Office PowerPoint</Application>
  <PresentationFormat>와이드스크린</PresentationFormat>
  <Paragraphs>917</Paragraphs>
  <Slides>99</Slides>
  <Notes>99</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99</vt:i4>
      </vt:variant>
    </vt:vector>
  </HeadingPairs>
  <TitlesOfParts>
    <vt:vector size="108" baseType="lpstr">
      <vt:lpstr>D2Coding</vt:lpstr>
      <vt:lpstr>Times New Roman</vt:lpstr>
      <vt:lpstr>Noto Sans Symbols</vt:lpstr>
      <vt:lpstr>Arimo</vt:lpstr>
      <vt:lpstr>Arial</vt:lpstr>
      <vt:lpstr>Batang</vt:lpstr>
      <vt:lpstr>Sorts Mill Goudy</vt:lpstr>
      <vt:lpstr>Söhne</vt:lpstr>
      <vt:lpstr>SlateVTI</vt:lpstr>
      <vt:lpstr>Docker</vt:lpstr>
      <vt:lpstr>PowerPoint 프레젠테이션</vt:lpstr>
      <vt:lpstr>Contents</vt:lpstr>
      <vt:lpstr>Why SW Virtualization ?</vt:lpstr>
      <vt:lpstr>사진기로 사진찍고 인화하기 </vt:lpstr>
      <vt:lpstr>가상화(Virtualizaion)</vt:lpstr>
      <vt:lpstr>가상화(Virtualizaion) 종류</vt:lpstr>
      <vt:lpstr>Docker Images vs Docker Containers</vt:lpstr>
      <vt:lpstr>Traditional Installation before docker</vt:lpstr>
      <vt:lpstr>Virtual Machine (Linux)</vt:lpstr>
      <vt:lpstr>Docker</vt:lpstr>
      <vt:lpstr>Docker 설치(WSL)</vt:lpstr>
      <vt:lpstr>Windows PowerShell</vt:lpstr>
      <vt:lpstr>Docker</vt:lpstr>
      <vt:lpstr>Container</vt:lpstr>
      <vt:lpstr>WSL2 Installation</vt:lpstr>
      <vt:lpstr>Docker Desktop on Ubuntu</vt:lpstr>
      <vt:lpstr>Docker hub 가입하기</vt:lpstr>
      <vt:lpstr>Contents</vt:lpstr>
      <vt:lpstr>Docker Manual</vt:lpstr>
      <vt:lpstr>Docker container 구조</vt:lpstr>
      <vt:lpstr>Docker container 구조</vt:lpstr>
      <vt:lpstr>Contents</vt:lpstr>
      <vt:lpstr>실습하기</vt:lpstr>
      <vt:lpstr>Basic docker commands</vt:lpstr>
      <vt:lpstr>Basic docker commands</vt:lpstr>
      <vt:lpstr>Docker FIle</vt:lpstr>
      <vt:lpstr>Docker FIle</vt:lpstr>
      <vt:lpstr>실습하기</vt:lpstr>
      <vt:lpstr>Docker Hub - Github</vt:lpstr>
      <vt:lpstr>‘tag’ and ‘push’ image to your docker hub account.</vt:lpstr>
      <vt:lpstr>‘tag’ and ‘push’ image to your docker hub account.</vt:lpstr>
      <vt:lpstr>‘tag’ and ‘push’ image to your docker hub account.</vt:lpstr>
      <vt:lpstr>Docker hub</vt:lpstr>
      <vt:lpstr>Docker hub</vt:lpstr>
      <vt:lpstr>pull from my repository and run</vt:lpstr>
      <vt:lpstr>Contents</vt:lpstr>
      <vt:lpstr>Ubuntu-Window docker</vt:lpstr>
      <vt:lpstr>Docker 용어 및 개념분류</vt:lpstr>
      <vt:lpstr>Contents</vt:lpstr>
      <vt:lpstr>Computer Mechanism</vt:lpstr>
      <vt:lpstr>Process 식별자는 Port 번호</vt:lpstr>
      <vt:lpstr>Digress : network data의 단위(stream)</vt:lpstr>
      <vt:lpstr>가상 메모리(Virtual Memory)</vt:lpstr>
      <vt:lpstr>vmware(가상머신, 가상화 SW)</vt:lpstr>
      <vt:lpstr>vmware(가상머신, 가상화 SW)</vt:lpstr>
      <vt:lpstr>Contents</vt:lpstr>
      <vt:lpstr>VM-Installation</vt:lpstr>
      <vt:lpstr>vmware(가상머신, 가상화 SW)</vt:lpstr>
      <vt:lpstr>Container Evolution</vt:lpstr>
      <vt:lpstr>Contents</vt:lpstr>
      <vt:lpstr>개발 환경 구성도</vt:lpstr>
      <vt:lpstr>Quiz</vt:lpstr>
      <vt:lpstr>Answer</vt:lpstr>
      <vt:lpstr>Network</vt:lpstr>
      <vt:lpstr>Network</vt:lpstr>
      <vt:lpstr>Network</vt:lpstr>
      <vt:lpstr>Docker 환경</vt:lpstr>
      <vt:lpstr>실습하기</vt:lpstr>
      <vt:lpstr>MySQL 도커 컨테이너 설치 후 DBeaver 연결하기</vt:lpstr>
      <vt:lpstr>MySQL 도커 컨테이너 설치(Run)</vt:lpstr>
      <vt:lpstr>DBeaver로 MYSQL 연결하기</vt:lpstr>
      <vt:lpstr>DBeaver로 MYSQL 연결하기</vt:lpstr>
      <vt:lpstr>DBeaver로 MYSQL 연결하기</vt:lpstr>
      <vt:lpstr>Digress: DBeaver로 ERD</vt:lpstr>
      <vt:lpstr>Digress: Power BI</vt:lpstr>
      <vt:lpstr>실습하기</vt:lpstr>
      <vt:lpstr>mlflow</vt:lpstr>
      <vt:lpstr>실험(Experiment)</vt:lpstr>
      <vt:lpstr>실험(Experiment) – Tunning</vt:lpstr>
      <vt:lpstr>mlflow docker</vt:lpstr>
      <vt:lpstr>mlflow UI</vt:lpstr>
      <vt:lpstr>과제 - 2</vt:lpstr>
      <vt:lpstr>Docker Lifecycle</vt:lpstr>
      <vt:lpstr>Docker Engine</vt:lpstr>
      <vt:lpstr>Docker for Data Science – A Step by Step Guide</vt:lpstr>
      <vt:lpstr>Docker</vt:lpstr>
      <vt:lpstr>How to start / stop docker on WSL2</vt:lpstr>
      <vt:lpstr>docker commit</vt:lpstr>
      <vt:lpstr>과제 - 3</vt:lpstr>
      <vt:lpstr>Docker command 실습</vt:lpstr>
      <vt:lpstr>docker youtube</vt:lpstr>
      <vt:lpstr>실습하기</vt:lpstr>
      <vt:lpstr>Image &amp; Containers</vt:lpstr>
      <vt:lpstr>Image &amp; Containers</vt:lpstr>
      <vt:lpstr>image : container = 1: m</vt:lpstr>
      <vt:lpstr>실습하기</vt:lpstr>
      <vt:lpstr>Network with containers via ports using port mapping</vt:lpstr>
      <vt:lpstr>Docker: Port Mapping</vt:lpstr>
      <vt:lpstr>Docker: Port Mapping</vt:lpstr>
      <vt:lpstr>Docker: Port Mapping</vt:lpstr>
      <vt:lpstr>과제 - 4</vt:lpstr>
      <vt:lpstr>Docker Container Hands-On</vt:lpstr>
      <vt:lpstr>Docker Container Hands-On</vt:lpstr>
      <vt:lpstr>Docker Container Hands-On</vt:lpstr>
      <vt:lpstr>Docker Container Hands-On</vt:lpstr>
      <vt:lpstr>Docker Container Hands-On</vt:lpstr>
      <vt:lpstr>Docker Container Hands-On</vt:lpstr>
      <vt:lpstr>Docker Container Hands-On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dc:title>
  <dc:creator>Sanggoo Cho</dc:creator>
  <cp:lastModifiedBy>Sanggoo Cho</cp:lastModifiedBy>
  <cp:revision>5</cp:revision>
  <dcterms:created xsi:type="dcterms:W3CDTF">2023-11-06T08:03:36Z</dcterms:created>
  <dcterms:modified xsi:type="dcterms:W3CDTF">2026-08-21T12:26:59Z</dcterms:modified>
</cp:coreProperties>
</file>