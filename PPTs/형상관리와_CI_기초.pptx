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2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개발 프로세스의 이해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형상관리 · 빌드 · CI(Continuous Integration)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14630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976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형상관리 → 빌드 → 테스트 → 배포로 이어지는 전체 흐름을 이해하고,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Git을 통한 형상관리와 CI의 개념을 학습합니다.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프로세스 전체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개발부터 배포까지, 5단계는 하나의 연속된 파이프라인입니다.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/>
          <a:effectLst>
            <a:outerShdw sx="100000" sy="100000" kx="0" ky="0" algn="bl" rotWithShape="0" blurRad="76200" dist="25400" dir="5400000">
              <a:srgbClr val="8A9A9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7300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 및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구현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14600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70632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/>
          <a:effectLst>
            <a:outerShdw sx="100000" sy="100000" kx="0" ky="0" algn="bl" rotWithShape="0" blurRad="76200" dist="25400" dir="5400000">
              <a:srgbClr val="8A9A9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7852" y="2560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7852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70632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형상관리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62072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 관리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(Git)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45152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01184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/>
          <a:effectLst>
            <a:outerShdw sx="100000" sy="100000" kx="0" ky="0" algn="bl" rotWithShape="0" blurRad="76200" dist="25400" dir="5400000">
              <a:srgbClr val="8A9A9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18404" y="25603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518404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01184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92624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소스코드를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가능한 형태로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75704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31736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/>
          <a:effectLst>
            <a:outerShdw sx="100000" sy="100000" kx="0" ky="0" algn="bl" rotWithShape="0" blurRad="76200" dist="25400" dir="5400000">
              <a:srgbClr val="8A9A9A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48956" y="2560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764895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31736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23176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검증 및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확인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906256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62288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/>
          <a:effectLst>
            <a:outerShdw sx="100000" sy="100000" kx="0" ky="0" algn="bl" rotWithShape="0" blurRad="76200" dist="25400" dir="5400000">
              <a:srgbClr val="8A9A9A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79508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977950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162288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253728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환경에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5074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53949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단계는 독립적이지 않으며, 형상관리 시스템(Git)을 중심으로 자동화된 파이프라인(CI/CD)으로 연결됩니다.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형상관리의 핵심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B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형상관리(Configuration Management)란 변경의 맥락을 기록하고 추적하는 것입니다.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1691640"/>
            <a:ext cx="9235440" cy="1005840"/>
          </a:xfrm>
          <a:prstGeom prst="roundRect">
            <a:avLst>
              <a:gd name="adj" fmla="val 10909"/>
            </a:avLst>
          </a:prstGeom>
          <a:solidFill>
            <a:srgbClr val="24393D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69164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무엇이, 언제, 누가, 왜 변경되었는가? 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306324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3383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변경된 파일과 내용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(diff)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306324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3832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변경이 발생한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(timestamp)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06324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3383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변경을 수행한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(author)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23960" y="306324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46920" y="3383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64692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0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변경의 이유와 목적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(commit message)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CB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언어별 실행 및 빌드 방식 비교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언어, 중간 코드 언어, 인터프리터 언어의 차이를 이해합니다.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sx="100000" sy="100000" kx="0" ky="0" algn="bl" rotWithShape="0" blurRad="63500" dist="25400" dir="5400000">
              <a:srgbClr val="8A9A9A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352044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/ C++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언어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흐름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소스코드 → 컴파일 → 오브젝트 파일 → 링커 → 실행파일(기계어)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도구: gcc, g++, clang, MSVC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9377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전체를 기계어로 완전히 변환. 실행 속도가 빠르지만 플랫폼별 재컴파일 필요.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73736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sx="100000" sy="100000" kx="0" ky="0" algn="bl" rotWithShape="0" blurRad="63500" dist="25400" dir="5400000">
              <a:srgbClr val="8A9A9A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737360"/>
            <a:ext cx="3520440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7373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/ C#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26280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코드 언어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2880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흐름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26280" y="31546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소스코드 → 컴파일 → 바이트코드/IL → 가상머신(JVM/CLR) → 실행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26280" y="4251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도구: javac + JVM, csc + .NET CLR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4800600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9377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가상머신이 중간 코드를 해석·실행. 플랫폼 독립적이며 이식성이 높음.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173736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sx="100000" sy="100000" kx="0" ky="0" algn="bl" rotWithShape="0" blurRad="63500" dist="25400" dir="5400000">
              <a:srgbClr val="8A9A9A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1737360"/>
            <a:ext cx="352044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7373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/ JavaScript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0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인터프리터 언어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2880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흐름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0" y="31546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소스코드 → 인터프리터가 한 줄씩 즉시 해석·실행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0" y="4251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도구: CPython, Node.js(V8, JIT 포함)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4800600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49377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빌드 단계 없이 바로 실행 가능. 개발 속도는 빠르나 실행 속도는 상대적으로 느림.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(Continuous Integration)란?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 통합 — 변경사항을 자주, 자동으로 검증하는 개발 방식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개발자들이 작성한 코드를 자주(하루에도 여러 번) 공유 저장소(Repository)에 병합(merge)하고,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그때마다 자동으로 빌드·테스트하여 문제를 조기에 발견하는 개발 방식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990088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990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08760" y="288036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880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잦은 통합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60520" y="288036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작은 단위의 변경사항을 짧은 주기로 공유 저장소에 지속적으로 병합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04164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08760" y="393192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39319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빌드 &amp; 테스트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393192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통합될 때마다 빌드와 테스트가 자동으로 실행되어 사람의 개입을 최소화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0932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093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08760" y="498348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피드백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60520" y="498348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발생 시 즉시 알림을 받아, 문제가 커지기 전에 조기 발견 및 수정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전통적 형상관리 개념 vs Git 개념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목적을 다른 방식으로 구현하는 Git의 핵심 개념 매핑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783080"/>
          <a:ext cx="9235440" cy="4206240"/>
        </p:xfrm>
        <a:graphic>
          <a:graphicData uri="http://schemas.openxmlformats.org/drawingml/2006/table">
            <a:tbl>
              <a:tblPr/>
              <a:tblGrid>
                <a:gridCol w="4114800"/>
                <a:gridCol w="5120640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전통적 개념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Git에서의 주요 개념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Repository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Repository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Check-out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Clone / Pull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Check-in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Commit + Push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Commit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Branch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Branch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Tag / Release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Lock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일반적으로 Lock 없이 Branch/Merge 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463040" y="6126480"/>
            <a:ext cx="9235440" cy="548640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/>
        </p:spPr>
      </p:sp>
      <p:sp>
        <p:nvSpPr>
          <p:cNvPr id="6" name="Text 3"/>
          <p:cNvSpPr/>
          <p:nvPr/>
        </p:nvSpPr>
        <p:spPr>
          <a:xfrm>
            <a:off x="1691640" y="6126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Git은 파일을 잠그는 대신, Branch에서 독립적으로 작업 후 Merge하는 방식으로 동시 작업 충돌을 관리합니다.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정리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10512"/>
            <a:ext cx="6400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37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66160" y="1737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형상관리 → 빌드 → 테스트 → 배포는 하나의 연결된 파이프라인이다.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862072"/>
            <a:ext cx="64008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788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형상관리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2788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"무엇이, 언제, 누가, 왜" 변경되었는지를 기록·추적하는 것이 핵심이다.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913632"/>
            <a:ext cx="6400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840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방식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언어에 따라 컴파일(C/C++), 중간코드(Java/C#), 인터프리터(Python/JS) 방식으로 나뉜다.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965192"/>
            <a:ext cx="64008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892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4892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잦은 통합과 자동 빌드·테스트로 문제를 조기에 발견하는 개발 방식이다.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CB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2026-08-22T00:24:57Z</dcterms:created>
  <dcterms:modified xsi:type="dcterms:W3CDTF">2026-08-22T00:24:57Z</dcterms:modified>
</cp:coreProperties>
</file>