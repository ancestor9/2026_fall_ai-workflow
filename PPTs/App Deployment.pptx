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256" r:id="rId2"/>
    <p:sldId id="1136" r:id="rId3"/>
    <p:sldId id="1264" r:id="rId4"/>
    <p:sldId id="1278" r:id="rId5"/>
    <p:sldId id="1263" r:id="rId6"/>
    <p:sldId id="1265" r:id="rId7"/>
    <p:sldId id="1266" r:id="rId8"/>
    <p:sldId id="1268" r:id="rId9"/>
    <p:sldId id="1267" r:id="rId10"/>
    <p:sldId id="1269" r:id="rId11"/>
    <p:sldId id="1277" r:id="rId12"/>
    <p:sldId id="1271" r:id="rId13"/>
    <p:sldId id="1272" r:id="rId14"/>
    <p:sldId id="1279" r:id="rId15"/>
    <p:sldId id="1273" r:id="rId16"/>
    <p:sldId id="1274" r:id="rId17"/>
    <p:sldId id="1275" r:id="rId18"/>
    <p:sldId id="1276" r:id="rId1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264"/>
            <p14:sldId id="1278"/>
            <p14:sldId id="1263"/>
            <p14:sldId id="1265"/>
            <p14:sldId id="1266"/>
            <p14:sldId id="1268"/>
            <p14:sldId id="1267"/>
            <p14:sldId id="1269"/>
            <p14:sldId id="1277"/>
            <p14:sldId id="1271"/>
            <p14:sldId id="1272"/>
            <p14:sldId id="1279"/>
            <p14:sldId id="1273"/>
            <p14:sldId id="1274"/>
            <p14:sldId id="1275"/>
            <p14:sldId id="127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223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namu.wiki/w/%ED%81%B4%EB%9D%BC%EC%9A%B0%EB%93%9C%20%EC%BB%B4%ED%93%A8%ED%8C%85" TargetMode="External"/><Relationship Id="rId3" Type="http://schemas.openxmlformats.org/officeDocument/2006/relationships/image" Target="../media/image4.svg"/><Relationship Id="rId7" Type="http://schemas.openxmlformats.org/officeDocument/2006/relationships/hyperlink" Target="https://namu.wiki/w/%EA%B0%9C%EB%B0%9C%ED%99%98%EA%B2%BD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GitHub/%EC%A0%80%EC%9E%A5%EC%86%8C" TargetMode="External"/><Relationship Id="rId5" Type="http://schemas.openxmlformats.org/officeDocument/2006/relationships/hyperlink" Target="https://namu.wiki/w/Visual%20Studio%20Code" TargetMode="External"/><Relationship Id="rId10" Type="http://schemas.openxmlformats.org/officeDocument/2006/relationships/image" Target="../media/image7.png"/><Relationship Id="rId4" Type="http://schemas.openxmlformats.org/officeDocument/2006/relationships/hyperlink" Target="https://namu.wiki/w/GitHub" TargetMode="External"/><Relationship Id="rId9" Type="http://schemas.openxmlformats.org/officeDocument/2006/relationships/hyperlink" Target="https://namu.wiki/w/%ED%86%B5%ED%95%A9%20%EA%B0%9C%EB%B0%9C%20%ED%99%98%EA%B2%BD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 Deployment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981074" y="1746840"/>
            <a:ext cx="9848333" cy="336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/GitHub 기본기(계정 생성,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설치, GitHub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익혀 코드를 버전 관리하고 원격 저장소에 올리기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CI/CD 개념과 GitHub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실습(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예제)하여, 코드 변경이 자동으로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컨테이너화하여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배포하는 법을 익혀, 로컬 개발부터 자동화된 배포까지 전체 흐름을 실전으로 완성</a:t>
            </a: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4D502D8-2161-F2CC-62B6-823679B5CD6C}"/>
              </a:ext>
            </a:extLst>
          </p:cNvPr>
          <p:cNvSpPr/>
          <p:nvPr/>
        </p:nvSpPr>
        <p:spPr>
          <a:xfrm>
            <a:off x="628650" y="5019675"/>
            <a:ext cx="10200757" cy="5619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903285" y="1619250"/>
            <a:ext cx="10669590" cy="44471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Install git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Install GitHub Desktop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Delivery / Deployment)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Cline(Option)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 (request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&lt;-&gt; response)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 Exercise (python +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sapce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Deployment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193DBC-52DB-BF95-C9AE-3B5D294F46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Exercise 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(python + </a:t>
            </a:r>
            <a:r>
              <a:rPr lang="en-US" altLang="ko-KR" sz="3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sz="3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3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sapce</a:t>
            </a: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5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8D85BC-4D9F-B91C-3041-7AA66F21C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1257300" y="2103198"/>
            <a:ext cx="6096000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Deployment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2210514"/>
            <a:ext cx="11154380" cy="333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BD33A-6D4F-7983-05F1-FD4213D10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B89909-E97F-29A7-E7F1-B9A29BB959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948C15-FDC3-711B-6FFF-DA3B587AFEE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6B74DF-A617-6F5B-B0F7-4B5F480EB6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573CE50D-45DD-A082-4E33-08CB3DE49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504A012-36C2-A0FE-73EA-163FFB056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6B67764-92A4-6371-4797-DBF149A811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51A44EDA-6546-C460-A540-066981071F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8910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F4C71-CCA7-904E-5AD3-6DB3E5165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70D1877-9404-2CC5-1F2D-0C27E6A35B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619A4B-0E0D-238F-EF7A-0F5BDE1A44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B9ECC5-AF6A-0EB3-8505-080581D81DE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0F8339C8-7D95-0EEB-9627-D78A143F29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F3E9670-79F0-BA69-1BA2-85611ABD2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8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9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AECABC7A-19CB-2A9F-A587-7CF14026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4E7D49-08E8-04CB-D1EF-EFE0C7602B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522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docker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18118</TotalTime>
  <Words>842</Words>
  <Application>Microsoft Office PowerPoint</Application>
  <PresentationFormat>와이드스크린</PresentationFormat>
  <Paragraphs>148</Paragraphs>
  <Slides>18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D2Coding</vt:lpstr>
      <vt:lpstr>맑은 고딕</vt:lpstr>
      <vt:lpstr>Batang</vt:lpstr>
      <vt:lpstr>Arial</vt:lpstr>
      <vt:lpstr>Segoe UI Emoji</vt:lpstr>
      <vt:lpstr>Wingdings</vt:lpstr>
      <vt:lpstr>WelcomeDoc</vt:lpstr>
      <vt:lpstr>App Deployment</vt:lpstr>
      <vt:lpstr>PowerPoint 프레젠테이션</vt:lpstr>
      <vt:lpstr>PowerPoint 프레젠테이션</vt:lpstr>
      <vt:lpstr>GitHub Actions Exercise  (python + gradio + Huggingface sapce)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Deployment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240</cp:revision>
  <dcterms:created xsi:type="dcterms:W3CDTF">2026-04-06T01:00:39Z</dcterms:created>
  <dcterms:modified xsi:type="dcterms:W3CDTF">2026-08-22T00:19:50Z</dcterms:modified>
  <cp:version/>
</cp:coreProperties>
</file>