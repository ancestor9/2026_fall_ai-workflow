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0"/>
  </p:notesMasterIdLst>
  <p:handoutMasterIdLst>
    <p:handoutMasterId r:id="rId101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313" r:id="rId8"/>
    <p:sldId id="1230" r:id="rId9"/>
    <p:sldId id="1224" r:id="rId10"/>
    <p:sldId id="1289" r:id="rId11"/>
    <p:sldId id="1155" r:id="rId12"/>
    <p:sldId id="1153" r:id="rId13"/>
    <p:sldId id="1291" r:id="rId14"/>
    <p:sldId id="1290" r:id="rId15"/>
    <p:sldId id="1298" r:id="rId16"/>
    <p:sldId id="1299" r:id="rId17"/>
    <p:sldId id="1292" r:id="rId18"/>
    <p:sldId id="1293" r:id="rId19"/>
    <p:sldId id="1294" r:id="rId20"/>
    <p:sldId id="1295" r:id="rId21"/>
    <p:sldId id="1296" r:id="rId22"/>
    <p:sldId id="1297" r:id="rId23"/>
    <p:sldId id="1286" r:id="rId24"/>
    <p:sldId id="1273" r:id="rId25"/>
    <p:sldId id="1142" r:id="rId26"/>
    <p:sldId id="1270" r:id="rId27"/>
    <p:sldId id="1228" r:id="rId28"/>
    <p:sldId id="1269" r:id="rId29"/>
    <p:sldId id="1301" r:id="rId30"/>
    <p:sldId id="1302" r:id="rId31"/>
    <p:sldId id="1303" r:id="rId32"/>
    <p:sldId id="1300" r:id="rId33"/>
    <p:sldId id="1272" r:id="rId34"/>
    <p:sldId id="1288" r:id="rId35"/>
    <p:sldId id="1274" r:id="rId36"/>
    <p:sldId id="1284" r:id="rId37"/>
    <p:sldId id="1285" r:id="rId38"/>
    <p:sldId id="1287" r:id="rId39"/>
    <p:sldId id="1141" r:id="rId40"/>
    <p:sldId id="1232" r:id="rId41"/>
    <p:sldId id="1233" r:id="rId42"/>
    <p:sldId id="1234" r:id="rId43"/>
    <p:sldId id="1235" r:id="rId44"/>
    <p:sldId id="1239" r:id="rId45"/>
    <p:sldId id="1236" r:id="rId46"/>
    <p:sldId id="1237" r:id="rId47"/>
    <p:sldId id="1238" r:id="rId48"/>
    <p:sldId id="1283" r:id="rId49"/>
    <p:sldId id="1231" r:id="rId50"/>
    <p:sldId id="1144" r:id="rId51"/>
    <p:sldId id="1275" r:id="rId52"/>
    <p:sldId id="1241" r:id="rId53"/>
    <p:sldId id="1242" r:id="rId54"/>
    <p:sldId id="1246" r:id="rId55"/>
    <p:sldId id="1243" r:id="rId56"/>
    <p:sldId id="1244" r:id="rId57"/>
    <p:sldId id="1245" r:id="rId58"/>
    <p:sldId id="1247" r:id="rId59"/>
    <p:sldId id="1248" r:id="rId60"/>
    <p:sldId id="1249" r:id="rId61"/>
    <p:sldId id="1276" r:id="rId62"/>
    <p:sldId id="1277" r:id="rId63"/>
    <p:sldId id="1281" r:id="rId64"/>
    <p:sldId id="1282" r:id="rId65"/>
    <p:sldId id="1311" r:id="rId66"/>
    <p:sldId id="1308" r:id="rId67"/>
    <p:sldId id="1156" r:id="rId68"/>
    <p:sldId id="1157" r:id="rId69"/>
    <p:sldId id="1256" r:id="rId70"/>
    <p:sldId id="1309" r:id="rId71"/>
    <p:sldId id="1310" r:id="rId72"/>
    <p:sldId id="1263" r:id="rId73"/>
    <p:sldId id="1254" r:id="rId74"/>
    <p:sldId id="1304" r:id="rId75"/>
    <p:sldId id="1305" r:id="rId76"/>
    <p:sldId id="1255" r:id="rId77"/>
    <p:sldId id="1261" r:id="rId78"/>
    <p:sldId id="1312" r:id="rId79"/>
    <p:sldId id="1262" r:id="rId80"/>
    <p:sldId id="1257" r:id="rId81"/>
    <p:sldId id="1259" r:id="rId82"/>
    <p:sldId id="1258" r:id="rId83"/>
    <p:sldId id="1260" r:id="rId84"/>
    <p:sldId id="1306" r:id="rId85"/>
    <p:sldId id="1307" r:id="rId86"/>
    <p:sldId id="1252" r:id="rId87"/>
    <p:sldId id="1266" r:id="rId88"/>
    <p:sldId id="1253" r:id="rId89"/>
    <p:sldId id="1264" r:id="rId90"/>
    <p:sldId id="1279" r:id="rId91"/>
    <p:sldId id="1280" r:id="rId92"/>
    <p:sldId id="1250" r:id="rId93"/>
    <p:sldId id="1240" r:id="rId94"/>
    <p:sldId id="1145" r:id="rId95"/>
    <p:sldId id="1251" r:id="rId96"/>
    <p:sldId id="1138" r:id="rId97"/>
    <p:sldId id="1143" r:id="rId98"/>
    <p:sldId id="1139" r:id="rId9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313"/>
            <p14:sldId id="1230"/>
            <p14:sldId id="1224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76"/>
            <p14:sldId id="1277"/>
            <p14:sldId id="1281"/>
            <p14:sldId id="1282"/>
            <p14:sldId id="1311"/>
            <p14:sldId id="1308"/>
            <p14:sldId id="1156"/>
            <p14:sldId id="1157"/>
            <p14:sldId id="1256"/>
            <p14:sldId id="1309"/>
            <p14:sldId id="1310"/>
            <p14:sldId id="1263"/>
            <p14:sldId id="1254"/>
            <p14:sldId id="1304"/>
            <p14:sldId id="1305"/>
            <p14:sldId id="1255"/>
            <p14:sldId id="1261"/>
            <p14:sldId id="1312"/>
            <p14:sldId id="1262"/>
            <p14:sldId id="1257"/>
            <p14:sldId id="1259"/>
            <p14:sldId id="1258"/>
            <p14:sldId id="1260"/>
            <p14:sldId id="1306"/>
            <p14:sldId id="1307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commentAuthors" Target="commentAuthor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notesMaster" Target="notesMasters/notesMaster1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>
          <a:extLst>
            <a:ext uri="{FF2B5EF4-FFF2-40B4-BE49-F238E27FC236}">
              <a16:creationId xmlns:a16="http://schemas.microsoft.com/office/drawing/2014/main" id="{5A19A87F-E029-987D-0E44-03D4E97F9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>
            <a:extLst>
              <a:ext uri="{FF2B5EF4-FFF2-40B4-BE49-F238E27FC236}">
                <a16:creationId xmlns:a16="http://schemas.microsoft.com/office/drawing/2014/main" id="{25368C2A-DAF5-B980-98D1-9BB7945F1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>
            <a:extLst>
              <a:ext uri="{FF2B5EF4-FFF2-40B4-BE49-F238E27FC236}">
                <a16:creationId xmlns:a16="http://schemas.microsoft.com/office/drawing/2014/main" id="{586681E8-13F1-B900-8AB4-0408A594B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6863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45F0-58B0-5964-B8B7-EDD38B8D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474EB7-66D8-38D9-7147-2601BD904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C2EB95-1A43-9C6C-4930-1AFEC074C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FBDEB-FB3A-8A2F-B290-471762C669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25995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D95C3-D9E0-71A5-34D2-F665198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CB6233-8EF4-19C2-36D1-42A49C225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54F18A-437C-B1A3-74F3-5B141D836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9E1B5-2CBB-7870-10EF-F23ECDA391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88815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9.png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4.png"/><Relationship Id="rId7" Type="http://schemas.openxmlformats.org/officeDocument/2006/relationships/hyperlink" Target="https://ngrok.com/download/windows" TargetMode="Externa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svg"/><Relationship Id="rId11" Type="http://schemas.openxmlformats.org/officeDocument/2006/relationships/image" Target="../media/image51.svg"/><Relationship Id="rId5" Type="http://schemas.openxmlformats.org/officeDocument/2006/relationships/image" Target="../media/image46.png"/><Relationship Id="rId10" Type="http://schemas.openxmlformats.org/officeDocument/2006/relationships/image" Target="../media/image50.png"/><Relationship Id="rId4" Type="http://schemas.openxmlformats.org/officeDocument/2006/relationships/image" Target="../media/image15.svg"/><Relationship Id="rId9" Type="http://schemas.openxmlformats.org/officeDocument/2006/relationships/image" Target="../media/image49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5.png"/><Relationship Id="rId4" Type="http://schemas.openxmlformats.org/officeDocument/2006/relationships/hyperlink" Target="https://www.youtube.com/watch?v=lXNIteL16Z0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6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5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hyperlink" Target="https://www.youtube.com/watch?v=tf1mnCVWJkQ&amp;t=413s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4.sv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6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9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1.sv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4.png"/><Relationship Id="rId4" Type="http://schemas.openxmlformats.org/officeDocument/2006/relationships/hyperlink" Target="https://word2vec.kr/search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4.sv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tree/main/n8n" TargetMode="External"/><Relationship Id="rId4" Type="http://schemas.openxmlformats.org/officeDocument/2006/relationships/image" Target="../media/image127.svg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0.sv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3.sv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7.sv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8467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809757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2644844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2663791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914524"/>
            <a:ext cx="10059005" cy="4412389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>
          <a:extLst>
            <a:ext uri="{FF2B5EF4-FFF2-40B4-BE49-F238E27FC236}">
              <a16:creationId xmlns:a16="http://schemas.microsoft.com/office/drawing/2014/main" id="{55EDDF08-AF5C-550A-63E6-E4428680C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>
            <a:extLst>
              <a:ext uri="{FF2B5EF4-FFF2-40B4-BE49-F238E27FC236}">
                <a16:creationId xmlns:a16="http://schemas.microsoft.com/office/drawing/2014/main" id="{A49CD767-74D1-FC46-A5AB-126F750D85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Exercise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67A0501-A743-D63E-DF53-EBAD758B644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A9EF698-0592-69E9-EEF5-A9C952A73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302793"/>
            <a:ext cx="5936806" cy="5038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E4D699-655D-9009-911B-23D4033A4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470" y="2014970"/>
            <a:ext cx="4570456" cy="2038290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1E7335-553E-FCBC-A053-D61F239536BF}"/>
              </a:ext>
            </a:extLst>
          </p:cNvPr>
          <p:cNvSpPr/>
          <p:nvPr/>
        </p:nvSpPr>
        <p:spPr>
          <a:xfrm>
            <a:off x="4649354" y="2014970"/>
            <a:ext cx="2122921" cy="45287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래픽 15" descr="본문 작성기">
            <a:extLst>
              <a:ext uri="{FF2B5EF4-FFF2-40B4-BE49-F238E27FC236}">
                <a16:creationId xmlns:a16="http://schemas.microsoft.com/office/drawing/2014/main" id="{5E9C042B-6EEC-7DEB-8F8C-A138E13475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84337" y="299420"/>
            <a:ext cx="766440" cy="76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9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1502536"/>
            <a:ext cx="7523299" cy="487348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0199609-6F53-A76B-90C7-809C687EA063}"/>
              </a:ext>
            </a:extLst>
          </p:cNvPr>
          <p:cNvSpPr/>
          <p:nvPr/>
        </p:nvSpPr>
        <p:spPr>
          <a:xfrm>
            <a:off x="3040163" y="30239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6E35FA7-B339-041B-1C38-023BDA2A4A75}"/>
              </a:ext>
            </a:extLst>
          </p:cNvPr>
          <p:cNvSpPr/>
          <p:nvPr/>
        </p:nvSpPr>
        <p:spPr>
          <a:xfrm>
            <a:off x="3040163" y="37574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0620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66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19F70A-B0DA-03EA-6E71-82EF4615EFFB}"/>
              </a:ext>
            </a:extLst>
          </p:cNvPr>
          <p:cNvSpPr txBox="1"/>
          <p:nvPr/>
        </p:nvSpPr>
        <p:spPr>
          <a:xfrm>
            <a:off x="994246" y="2037060"/>
            <a:ext cx="42883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 Google Drive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Supabase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A515D7-1057-DC67-D01E-9A6E591D271D}"/>
              </a:ext>
            </a:extLst>
          </p:cNvPr>
          <p:cNvSpPr txBox="1"/>
          <p:nvPr/>
        </p:nvSpPr>
        <p:spPr>
          <a:xfrm>
            <a:off x="6588985" y="2460894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1E57D0-79B6-9179-B886-25C9A1E2032C}"/>
              </a:ext>
            </a:extLst>
          </p:cNvPr>
          <p:cNvSpPr txBox="1"/>
          <p:nvPr/>
        </p:nvSpPr>
        <p:spPr>
          <a:xfrm>
            <a:off x="1103776" y="2460894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33A4415-D73D-150F-4E22-8595F5CAC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76" y="2855272"/>
            <a:ext cx="5159187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A56FC32-9008-0D94-4F85-B66F22FDF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85" y="2855272"/>
            <a:ext cx="4893512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55204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70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71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D225-6B48-9565-57D8-2A90AF6A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8F0CB-3DA7-3A13-00FF-D553371CA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9240F00-CA2A-F0E4-D63B-FE9CF03E864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49D43B26-3235-5F22-9BBF-2C6E6523C0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121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4E57-7AC8-2AC9-5AEA-E285F502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4485CB-0338-D3A1-C71B-A6E9EDFF6A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: 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39A453-CB87-11BB-304D-C314DBB1E5D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EB1C61-1966-3A25-FCF9-BB49B77C48A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163C6-D7A9-7291-A0C6-117516F1CA2A}"/>
              </a:ext>
            </a:extLst>
          </p:cNvPr>
          <p:cNvSpPr txBox="1"/>
          <p:nvPr/>
        </p:nvSpPr>
        <p:spPr>
          <a:xfrm>
            <a:off x="6681817" y="2004386"/>
            <a:ext cx="521970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테이블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(int8):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문서 데이터의 고유 식별자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기본키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Primary Key)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(text):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텍스트 데이터 내용이 저장되는 컬럼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문서 본문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metadata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jsonb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관련 부가 정보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URL,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 일자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파일명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저장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PDF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수치화한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Size: 200)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벡터 값으로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저장되는 컬럼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24F3E9-B45B-482D-A0CC-464DB026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36" y="1709635"/>
            <a:ext cx="5937797" cy="4467486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C5681B1-A2AA-FC4C-002A-F283C3363EC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81817" y="4227374"/>
            <a:ext cx="5219700" cy="17543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n8n_chat_histories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유지: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질문과 답변을 기억하여 연속되는 질문을 이해하고 문맥에 맞는 대답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다중 대화(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Multi-turn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지원: 단발성 질의응답이 아닌, 대화가 길어지는 상황에서 일관된 답변 톤과 규칙을 유지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 전달 입력: n8n이나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프레임워크에서 [사용자 질문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chat_history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검색된 문서]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하나로 묶어 LLM(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함께 보낼 때 사용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562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7E4DA3C-AEE3-50CD-D393-14844B3F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52" y="1421579"/>
            <a:ext cx="10945295" cy="49544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DD8C2C8-34AB-522B-2B93-0185E1705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217" y="3429000"/>
            <a:ext cx="2054408" cy="27723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A0B6B0-83EB-BD25-3153-9E3C01D44CD8}"/>
              </a:ext>
            </a:extLst>
          </p:cNvPr>
          <p:cNvSpPr/>
          <p:nvPr/>
        </p:nvSpPr>
        <p:spPr>
          <a:xfrm>
            <a:off x="566202" y="1362723"/>
            <a:ext cx="213889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61F14F-87F3-3DA8-FFA7-4AAD5CA5C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95865"/>
            <a:ext cx="10932560" cy="408331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F40F9E-BEB9-9E19-1ED1-710134DDE7FE}"/>
              </a:ext>
            </a:extLst>
          </p:cNvPr>
          <p:cNvSpPr/>
          <p:nvPr/>
        </p:nvSpPr>
        <p:spPr>
          <a:xfrm>
            <a:off x="9849176" y="4138402"/>
            <a:ext cx="1331585" cy="500273"/>
          </a:xfrm>
          <a:prstGeom prst="rect">
            <a:avLst/>
          </a:prstGeom>
          <a:noFill/>
          <a:ln w="38100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2F57479-AF75-B65E-D793-B1D32FBA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699" y="2981343"/>
            <a:ext cx="8515827" cy="357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307" y="1310594"/>
            <a:ext cx="3562774" cy="314411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313" y="4016617"/>
            <a:ext cx="3562775" cy="21892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7973" y="1311946"/>
            <a:ext cx="3890754" cy="249495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7973" y="3966350"/>
            <a:ext cx="3880722" cy="2465093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214954" y="5226514"/>
            <a:ext cx="2118736" cy="917784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98628" y="1929975"/>
            <a:ext cx="2826930" cy="2056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917678" y="5202974"/>
            <a:ext cx="2826930" cy="9147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3F602B9-BEC5-19FB-AD81-AA92C731F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connection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159C8-AA5B-CBBA-203A-8626C6A1A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FDD2ED-9AFB-69AA-4D74-9AC4705795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for me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FB04A64-894A-D03C-3B26-67651C5B772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A9CBA981-4433-CA12-E7E3-B7D3B09DCF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6570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7754D-B7CC-BA5B-9E06-5ABF07A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A0C7D61-655B-0136-01EA-DE5A254FBDC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F50AC12-6E44-7F44-38A2-0E10AF5CE3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D08872-95EC-FC1B-AC7F-974A2E20ACDB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10292-B91C-93A9-E9DC-F0C6EA13E754}"/>
              </a:ext>
            </a:extLst>
          </p:cNvPr>
          <p:cNvSpPr txBox="1"/>
          <p:nvPr/>
        </p:nvSpPr>
        <p:spPr>
          <a:xfrm>
            <a:off x="553056" y="1248422"/>
            <a:ext cx="1116329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이순신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장군에 대한 내용을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변경하고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저장한 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누구인지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해보자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7615D8D-823C-DA00-C4AF-2D7A93450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Fake RAG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4B14C7-180A-07AB-4ED9-8142E78FD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2662521"/>
            <a:ext cx="6456108" cy="15329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47D74D-331F-06D5-97D5-EEC1C7513A85}"/>
              </a:ext>
            </a:extLst>
          </p:cNvPr>
          <p:cNvSpPr txBox="1"/>
          <p:nvPr/>
        </p:nvSpPr>
        <p:spPr>
          <a:xfrm>
            <a:off x="8167238" y="2905780"/>
            <a:ext cx="33813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59543840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214869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Mid-Term Project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19375</TotalTime>
  <Words>2787</Words>
  <Application>Microsoft Office PowerPoint</Application>
  <PresentationFormat>와이드스크린</PresentationFormat>
  <Paragraphs>541</Paragraphs>
  <Slides>98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98</vt:i4>
      </vt:variant>
    </vt:vector>
  </HeadingPairs>
  <TitlesOfParts>
    <vt:vector size="110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Exercise Docker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 for me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Mid-Term Project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262</cp:revision>
  <dcterms:created xsi:type="dcterms:W3CDTF">2026-04-06T01:00:39Z</dcterms:created>
  <dcterms:modified xsi:type="dcterms:W3CDTF">2026-09-16T18:34:39Z</dcterms:modified>
  <cp:version/>
</cp:coreProperties>
</file>