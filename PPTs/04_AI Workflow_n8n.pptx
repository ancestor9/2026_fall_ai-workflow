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301" r:id="rId29"/>
    <p:sldId id="1302" r:id="rId30"/>
    <p:sldId id="1303" r:id="rId31"/>
    <p:sldId id="1300" r:id="rId32"/>
    <p:sldId id="1272" r:id="rId33"/>
    <p:sldId id="1288" r:id="rId34"/>
    <p:sldId id="1274" r:id="rId35"/>
    <p:sldId id="1284" r:id="rId36"/>
    <p:sldId id="1285" r:id="rId37"/>
    <p:sldId id="1287" r:id="rId38"/>
    <p:sldId id="1141" r:id="rId39"/>
    <p:sldId id="1232" r:id="rId40"/>
    <p:sldId id="1233" r:id="rId41"/>
    <p:sldId id="1234" r:id="rId42"/>
    <p:sldId id="1235" r:id="rId43"/>
    <p:sldId id="1239" r:id="rId44"/>
    <p:sldId id="1236" r:id="rId45"/>
    <p:sldId id="1237" r:id="rId46"/>
    <p:sldId id="1238" r:id="rId47"/>
    <p:sldId id="1283" r:id="rId48"/>
    <p:sldId id="1231" r:id="rId49"/>
    <p:sldId id="1144" r:id="rId50"/>
    <p:sldId id="1275" r:id="rId51"/>
    <p:sldId id="1241" r:id="rId52"/>
    <p:sldId id="1242" r:id="rId53"/>
    <p:sldId id="1246" r:id="rId54"/>
    <p:sldId id="1243" r:id="rId55"/>
    <p:sldId id="1244" r:id="rId56"/>
    <p:sldId id="1245" r:id="rId57"/>
    <p:sldId id="1247" r:id="rId58"/>
    <p:sldId id="1248" r:id="rId59"/>
    <p:sldId id="1249" r:id="rId60"/>
    <p:sldId id="1276" r:id="rId61"/>
    <p:sldId id="1277" r:id="rId62"/>
    <p:sldId id="1281" r:id="rId63"/>
    <p:sldId id="1282" r:id="rId64"/>
    <p:sldId id="1311" r:id="rId65"/>
    <p:sldId id="1308" r:id="rId66"/>
    <p:sldId id="1156" r:id="rId67"/>
    <p:sldId id="1157" r:id="rId68"/>
    <p:sldId id="1309" r:id="rId69"/>
    <p:sldId id="1310" r:id="rId70"/>
    <p:sldId id="1263" r:id="rId71"/>
    <p:sldId id="1254" r:id="rId72"/>
    <p:sldId id="1304" r:id="rId73"/>
    <p:sldId id="1305" r:id="rId74"/>
    <p:sldId id="1255" r:id="rId75"/>
    <p:sldId id="1261" r:id="rId76"/>
    <p:sldId id="1257" r:id="rId77"/>
    <p:sldId id="1259" r:id="rId78"/>
    <p:sldId id="1258" r:id="rId79"/>
    <p:sldId id="1260" r:id="rId80"/>
    <p:sldId id="1256" r:id="rId81"/>
    <p:sldId id="1262" r:id="rId82"/>
    <p:sldId id="1306" r:id="rId83"/>
    <p:sldId id="1307" r:id="rId84"/>
    <p:sldId id="1252" r:id="rId85"/>
    <p:sldId id="1266" r:id="rId86"/>
    <p:sldId id="1253" r:id="rId87"/>
    <p:sldId id="1264" r:id="rId88"/>
    <p:sldId id="1279" r:id="rId89"/>
    <p:sldId id="1280" r:id="rId90"/>
    <p:sldId id="1250" r:id="rId91"/>
    <p:sldId id="1240" r:id="rId92"/>
    <p:sldId id="1145" r:id="rId93"/>
    <p:sldId id="1251" r:id="rId94"/>
    <p:sldId id="1138" r:id="rId95"/>
    <p:sldId id="1314" r:id="rId96"/>
    <p:sldId id="1313" r:id="rId97"/>
    <p:sldId id="1312" r:id="rId98"/>
    <p:sldId id="1143" r:id="rId99"/>
    <p:sldId id="1139" r:id="rId10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257"/>
            <p14:sldId id="1259"/>
            <p14:sldId id="1258"/>
            <p14:sldId id="1260"/>
            <p14:sldId id="1256"/>
            <p14:sldId id="1262"/>
            <p14:sldId id="1306"/>
            <p14:sldId id="1307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314"/>
            <p14:sldId id="1313"/>
            <p14:sldId id="1312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346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44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svg"/><Relationship Id="rId5" Type="http://schemas.openxmlformats.org/officeDocument/2006/relationships/hyperlink" Target="https://ngrok.com/download/windows" TargetMode="External"/><Relationship Id="rId4" Type="http://schemas.openxmlformats.org/officeDocument/2006/relationships/image" Target="../media/image42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hyperlink" Target="https://www.youtube.com/watch?v=lXNIteL16Z0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48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hyperlink" Target="https://www.youtube.com/watch?v=tf1mnCVWJkQ&amp;t=413s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8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3.png"/><Relationship Id="rId4" Type="http://schemas.openxmlformats.org/officeDocument/2006/relationships/hyperlink" Target="https://word2vec.kr/search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tree/main/n8n" TargetMode="Externa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65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151" y="2201631"/>
            <a:ext cx="8377809" cy="4002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1489546" y="1845584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678591" y="354060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18607" y="200378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91" y="244496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695E02-8B61-33AB-81DD-EBDF7E064F9B}"/>
              </a:ext>
            </a:extLst>
          </p:cNvPr>
          <p:cNvSpPr txBox="1"/>
          <p:nvPr/>
        </p:nvSpPr>
        <p:spPr>
          <a:xfrm>
            <a:off x="584036" y="1237342"/>
            <a:ext cx="81327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6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키워드로 뉴스 검색하고 감성분석 후 메일 보내기</a:t>
            </a:r>
          </a:p>
        </p:txBody>
      </p:sp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MCP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CD64A5-2B4A-555A-643C-BD42030B08AD}"/>
              </a:ext>
            </a:extLst>
          </p:cNvPr>
          <p:cNvSpPr txBox="1"/>
          <p:nvPr/>
        </p:nvSpPr>
        <p:spPr>
          <a:xfrm>
            <a:off x="554182" y="1168783"/>
            <a:ext cx="11083635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)는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Anthropic이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2024년 11월에 발표한 AI 모델과 외부 데이터/도구를 연결하는 오픈소스 표준 규격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"AI 생태계의 USB-C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포트“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충전 단자 형태가 달라 규격별 케이블이 따로 필요했지만, USB-C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(MCP,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표준화된 프로토콜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하나로 AI 애플리케이션과 외부 시스템을 하나로 연결해 주는 통일된 인터페이스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5F1892-4776-B870-94E4-DA4409A1F769}"/>
              </a:ext>
            </a:extLst>
          </p:cNvPr>
          <p:cNvSpPr txBox="1"/>
          <p:nvPr/>
        </p:nvSpPr>
        <p:spPr>
          <a:xfrm>
            <a:off x="2094031" y="2590365"/>
            <a:ext cx="7116990" cy="3785652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 데이터/도구 (GitHub,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]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(MCP Server)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┌─────────┴─────────┐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MCP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Protocol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└─────────┬─────────┘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(MCP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 AI 애플리케이션 (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Cursor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IDE 등) ]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설명선: 굽은 선 10">
            <a:extLst>
              <a:ext uri="{FF2B5EF4-FFF2-40B4-BE49-F238E27FC236}">
                <a16:creationId xmlns:a16="http://schemas.microsoft.com/office/drawing/2014/main" id="{A874CCAA-9A0E-66B0-A93A-3E41720D2F63}"/>
              </a:ext>
            </a:extLst>
          </p:cNvPr>
          <p:cNvSpPr/>
          <p:nvPr/>
        </p:nvSpPr>
        <p:spPr>
          <a:xfrm>
            <a:off x="7832580" y="4345486"/>
            <a:ext cx="2607136" cy="27541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64940"/>
              <a:gd name="adj6" fmla="val -39071"/>
            </a:avLst>
          </a:prstGeom>
          <a:solidFill>
            <a:schemeClr val="bg1"/>
          </a:solidFill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(표준화된 JSON-RPC 2.0 통신)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4C16936E-6CE0-CC61-0698-BE1ED3D2F05E}"/>
              </a:ext>
            </a:extLst>
          </p:cNvPr>
          <p:cNvSpPr/>
          <p:nvPr/>
        </p:nvSpPr>
        <p:spPr>
          <a:xfrm>
            <a:off x="7546252" y="3265912"/>
            <a:ext cx="3805238" cy="6868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68713"/>
              <a:gd name="adj6" fmla="val -29823"/>
            </a:avLst>
          </a:prstGeom>
          <a:solidFill>
            <a:schemeClr val="bg1"/>
          </a:solidFill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Font typeface="+mj-lt"/>
              <a:buAutoNum type="arabicPeriod"/>
            </a:pPr>
            <a:r>
              <a:rPr lang="ko-KR" altLang="ko-KR" sz="1200" dirty="0">
                <a:solidFill>
                  <a:schemeClr val="tx1"/>
                </a:solidFill>
              </a:rPr>
              <a:t>Resources (자원)</a:t>
            </a:r>
            <a:r>
              <a:rPr lang="en-US" altLang="ko-KR" sz="1200" dirty="0">
                <a:solidFill>
                  <a:schemeClr val="tx1"/>
                </a:solidFill>
              </a:rPr>
              <a:t>:</a:t>
            </a:r>
            <a:r>
              <a:rPr lang="ko-KR" altLang="ko-KR" sz="1200" dirty="0">
                <a:solidFill>
                  <a:schemeClr val="tx1"/>
                </a:solidFill>
              </a:rPr>
              <a:t> 읽기 전용 데이터/파일 전달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ko-KR" sz="1200" dirty="0" err="1">
                <a:solidFill>
                  <a:schemeClr val="tx1"/>
                </a:solidFill>
              </a:rPr>
              <a:t>Tools</a:t>
            </a:r>
            <a:r>
              <a:rPr lang="ko-KR" altLang="ko-KR" sz="1200" dirty="0">
                <a:solidFill>
                  <a:schemeClr val="tx1"/>
                </a:solidFill>
              </a:rPr>
              <a:t> (도구)</a:t>
            </a:r>
            <a:r>
              <a:rPr lang="en-US" altLang="ko-KR" sz="1200" dirty="0">
                <a:solidFill>
                  <a:schemeClr val="tx1"/>
                </a:solidFill>
              </a:rPr>
              <a:t>:</a:t>
            </a:r>
            <a:r>
              <a:rPr lang="ko-KR" altLang="ko-KR" sz="1200" dirty="0">
                <a:solidFill>
                  <a:schemeClr val="tx1"/>
                </a:solidFill>
              </a:rPr>
              <a:t> 실행 가능한 함수/API 동작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ko-KR" sz="1200" dirty="0" err="1">
                <a:solidFill>
                  <a:schemeClr val="tx1"/>
                </a:solidFill>
              </a:rPr>
              <a:t>Prompts</a:t>
            </a:r>
            <a:r>
              <a:rPr lang="ko-KR" altLang="ko-KR" sz="1200" dirty="0">
                <a:solidFill>
                  <a:schemeClr val="tx1"/>
                </a:solidFill>
              </a:rPr>
              <a:t> (프롬프트)</a:t>
            </a:r>
            <a:r>
              <a:rPr lang="en-US" altLang="ko-KR" sz="1200" dirty="0">
                <a:solidFill>
                  <a:schemeClr val="tx1"/>
                </a:solidFill>
              </a:rPr>
              <a:t>: </a:t>
            </a:r>
            <a:r>
              <a:rPr lang="ko-KR" altLang="ko-KR" sz="1200" dirty="0">
                <a:solidFill>
                  <a:schemeClr val="tx1"/>
                </a:solidFill>
              </a:rPr>
              <a:t>재사용 가능한 템플릿 제공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6B2AD-857D-05E5-64D8-563FB1CCD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E8C3C1-6FA7-E071-7F01-72BC7B18A9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 Architecture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5DCC33-83F6-9B08-EAA9-FD85D382F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5" name="그림 14" descr="USB-C처럼 연결되는 AI 인터페이스, MCP Server를 만들어보자">
            <a:extLst>
              <a:ext uri="{FF2B5EF4-FFF2-40B4-BE49-F238E27FC236}">
                <a16:creationId xmlns:a16="http://schemas.microsoft.com/office/drawing/2014/main" id="{D131F042-2A13-B165-0377-1E49CD7A0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111" y="1529410"/>
            <a:ext cx="8838216" cy="497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05821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A8FC-F27B-EAAB-6483-F856A2796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07BA798-2871-FEA2-5267-8148142447C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 Servers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BC75A5F-D044-D910-6027-66EC5D4520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7406307-4D8D-1915-BDEC-5E59E2B0D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488" y="1330036"/>
            <a:ext cx="6433747" cy="53709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A4800CD-5D99-6888-532A-D7D7510FB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56" y="1671392"/>
            <a:ext cx="3162741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3834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25643-A76D-FE2E-4AA7-2BA9FF8E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709752-48C6-42A7-748C-03C1BBE215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MCP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AE63A6-F277-BC4F-9374-E9D77E1D19EC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39A9FD-35F9-DA69-D2D8-10C9C8E52B95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18931-A29B-E2BF-F064-5D00FADE6B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34816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18868</TotalTime>
  <Words>2753</Words>
  <Application>Microsoft Office PowerPoint</Application>
  <PresentationFormat>와이드스크린</PresentationFormat>
  <Paragraphs>551</Paragraphs>
  <Slides>99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99</vt:i4>
      </vt:variant>
    </vt:vector>
  </HeadingPairs>
  <TitlesOfParts>
    <vt:vector size="111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n8n MCP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256</cp:revision>
  <dcterms:created xsi:type="dcterms:W3CDTF">2026-04-06T01:00:39Z</dcterms:created>
  <dcterms:modified xsi:type="dcterms:W3CDTF">2026-09-16T03:12:08Z</dcterms:modified>
  <cp:version/>
</cp:coreProperties>
</file>