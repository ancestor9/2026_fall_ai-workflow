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0"/>
  </p:notesMasterIdLst>
  <p:handoutMasterIdLst>
    <p:handoutMasterId r:id="rId91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301" r:id="rId29"/>
    <p:sldId id="1302" r:id="rId30"/>
    <p:sldId id="1303" r:id="rId31"/>
    <p:sldId id="1300" r:id="rId32"/>
    <p:sldId id="1272" r:id="rId33"/>
    <p:sldId id="1288" r:id="rId34"/>
    <p:sldId id="1274" r:id="rId35"/>
    <p:sldId id="1284" r:id="rId36"/>
    <p:sldId id="1285" r:id="rId37"/>
    <p:sldId id="1287" r:id="rId38"/>
    <p:sldId id="1141" r:id="rId39"/>
    <p:sldId id="1232" r:id="rId40"/>
    <p:sldId id="1233" r:id="rId41"/>
    <p:sldId id="1234" r:id="rId42"/>
    <p:sldId id="1235" r:id="rId43"/>
    <p:sldId id="1239" r:id="rId44"/>
    <p:sldId id="1236" r:id="rId45"/>
    <p:sldId id="1237" r:id="rId46"/>
    <p:sldId id="1238" r:id="rId47"/>
    <p:sldId id="1283" r:id="rId48"/>
    <p:sldId id="1231" r:id="rId49"/>
    <p:sldId id="1144" r:id="rId50"/>
    <p:sldId id="1275" r:id="rId51"/>
    <p:sldId id="1241" r:id="rId52"/>
    <p:sldId id="1242" r:id="rId53"/>
    <p:sldId id="1246" r:id="rId54"/>
    <p:sldId id="1243" r:id="rId55"/>
    <p:sldId id="1244" r:id="rId56"/>
    <p:sldId id="1245" r:id="rId57"/>
    <p:sldId id="1247" r:id="rId58"/>
    <p:sldId id="1248" r:id="rId59"/>
    <p:sldId id="1249" r:id="rId60"/>
    <p:sldId id="1276" r:id="rId61"/>
    <p:sldId id="1277" r:id="rId62"/>
    <p:sldId id="1281" r:id="rId63"/>
    <p:sldId id="1282" r:id="rId64"/>
    <p:sldId id="1265" r:id="rId65"/>
    <p:sldId id="1263" r:id="rId66"/>
    <p:sldId id="1254" r:id="rId67"/>
    <p:sldId id="1255" r:id="rId68"/>
    <p:sldId id="1261" r:id="rId69"/>
    <p:sldId id="1257" r:id="rId70"/>
    <p:sldId id="1259" r:id="rId71"/>
    <p:sldId id="1258" r:id="rId72"/>
    <p:sldId id="1260" r:id="rId73"/>
    <p:sldId id="1262" r:id="rId74"/>
    <p:sldId id="1256" r:id="rId75"/>
    <p:sldId id="1252" r:id="rId76"/>
    <p:sldId id="1266" r:id="rId77"/>
    <p:sldId id="1253" r:id="rId78"/>
    <p:sldId id="1264" r:id="rId79"/>
    <p:sldId id="1267" r:id="rId80"/>
    <p:sldId id="1279" r:id="rId81"/>
    <p:sldId id="1280" r:id="rId82"/>
    <p:sldId id="1250" r:id="rId83"/>
    <p:sldId id="1240" r:id="rId84"/>
    <p:sldId id="1145" r:id="rId85"/>
    <p:sldId id="1251" r:id="rId86"/>
    <p:sldId id="1138" r:id="rId87"/>
    <p:sldId id="1143" r:id="rId88"/>
    <p:sldId id="1139" r:id="rId8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265"/>
            <p14:sldId id="1263"/>
            <p14:sldId id="1254"/>
            <p14:sldId id="1255"/>
            <p14:sldId id="1261"/>
            <p14:sldId id="1257"/>
            <p14:sldId id="1259"/>
            <p14:sldId id="1258"/>
            <p14:sldId id="1260"/>
            <p14:sldId id="1262"/>
            <p14:sldId id="1256"/>
            <p14:sldId id="1252"/>
            <p14:sldId id="1266"/>
            <p14:sldId id="1253"/>
            <p14:sldId id="1264"/>
            <p14:sldId id="1267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974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05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handoutMaster" Target="handoutMasters/handoutMaster1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commentAuthors" Target="commentAuthor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851F-9E6E-F736-3EAD-9032C3A1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216126-02A5-AD0D-6566-3580AAD7C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7E8DB-6314-F6E3-01E0-BEED3A024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46588A-EDE2-2AEE-439D-550155F38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7376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11" Type="http://schemas.openxmlformats.org/officeDocument/2006/relationships/image" Target="../media/image48.sv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11.svg"/><Relationship Id="rId9" Type="http://schemas.openxmlformats.org/officeDocument/2006/relationships/image" Target="../media/image4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hyperlink" Target="https://www.youtube.com/watch?v=lXNIteL16Z0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5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www.youtube.com/watch?v=tf1mnCVWJkQ&amp;t=413s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9.sv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12.sv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2.sv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6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9.sv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3.sv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704A-288B-64CD-FC6A-62025851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CE130-EB31-D962-CADE-E4B8F73C2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430C6CD-538B-C383-C35C-9DA52B5E2D6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E55ABD26-1972-D164-5DF6-FF4F7D788A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2A227B-B270-4E3E-E058-479D04F454B8}"/>
              </a:ext>
            </a:extLst>
          </p:cNvPr>
          <p:cNvSpPr txBox="1"/>
          <p:nvPr/>
        </p:nvSpPr>
        <p:spPr>
          <a:xfrm>
            <a:off x="4246880" y="1524000"/>
            <a:ext cx="18491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start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8659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현재에 태어난 과학자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1832299"/>
            <a:ext cx="10085387" cy="4817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FF8D9-AF21-E066-114C-B815179C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55AACB-CCCC-6EAD-393E-D0F8D0DE65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 검색하고 감성분석 후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BDF2C-2917-94E1-BD11-4D79BA4BAB88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FDA6C3-0CBB-2A83-D25D-FFD4D542DA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466755-A539-5A16-D6BE-26895343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1840092"/>
            <a:ext cx="11179509" cy="3177815"/>
          </a:xfrm>
          <a:prstGeom prst="rect">
            <a:avLst/>
          </a:prstGeom>
        </p:spPr>
      </p:pic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BFEB97F5-49B4-8677-23D4-2B12A2C88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52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18711</TotalTime>
  <Words>2393</Words>
  <Application>Microsoft Office PowerPoint</Application>
  <PresentationFormat>와이드스크린</PresentationFormat>
  <Paragraphs>481</Paragraphs>
  <Slides>88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88</vt:i4>
      </vt:variant>
    </vt:vector>
  </HeadingPairs>
  <TitlesOfParts>
    <vt:vector size="100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250</cp:revision>
  <dcterms:created xsi:type="dcterms:W3CDTF">2026-04-06T01:00:39Z</dcterms:created>
  <dcterms:modified xsi:type="dcterms:W3CDTF">2026-09-15T11:15:21Z</dcterms:modified>
  <cp:version/>
</cp:coreProperties>
</file>