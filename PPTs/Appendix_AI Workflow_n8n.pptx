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9"/>
  </p:notesMasterIdLst>
  <p:handoutMasterIdLst>
    <p:handoutMasterId r:id="rId10"/>
  </p:handoutMasterIdLst>
  <p:sldIdLst>
    <p:sldId id="256" r:id="rId2"/>
    <p:sldId id="1265" r:id="rId3"/>
    <p:sldId id="1263" r:id="rId4"/>
    <p:sldId id="1252" r:id="rId5"/>
    <p:sldId id="1279" r:id="rId6"/>
    <p:sldId id="1250" r:id="rId7"/>
    <p:sldId id="1251" r:id="rId8"/>
  </p:sldIdLst>
  <p:sldSz cx="12192000" cy="6858000"/>
  <p:notesSz cx="6858000" cy="9144000"/>
  <p:defaultTextStyle>
    <a:defPPr rtl="0">
      <a:defRPr lang="ko-K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감사합니다." id="{E75E278A-FF0E-49A4-B170-79828D63BBAD}">
          <p14:sldIdLst>
            <p14:sldId id="256"/>
          </p14:sldIdLst>
        </p14:section>
        <p14:section name="디자인, 모핑, 주석 달기, 공동 작업, 입력하세요" id="{B9B51309-D148-4332-87C2-07BE32FBCA3B}">
          <p14:sldIdLst>
            <p14:sldId id="1265"/>
            <p14:sldId id="1263"/>
            <p14:sldId id="1252"/>
            <p14:sldId id="1279"/>
            <p14:sldId id="1250"/>
            <p14:sldId id="1251"/>
          </p14:sldIdLst>
        </p14:section>
        <p14:section name="자세한 정보" id="{2CC34DB2-6590-42C0-AD4B-A04C6060184E}">
          <p14:sldIdLst/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3" name="만든 이" initials="오전" lastIdx="0" clrIdx="2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462F"/>
    <a:srgbClr val="76E3FF"/>
    <a:srgbClr val="FF9B45"/>
    <a:srgbClr val="D24726"/>
    <a:srgbClr val="404040"/>
    <a:srgbClr val="F8CFB6"/>
    <a:srgbClr val="F8CAB6"/>
    <a:srgbClr val="923922"/>
    <a:srgbClr val="F5F5F5"/>
    <a:srgbClr val="F2F2F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스타일 없음, 눈금 없음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보통 스타일 2 - 강조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3296810-A885-4BE3-A3E7-6D5BEEA58F35}" styleName="보통 스타일 2 - 강조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F5AB1C69-6EDB-4FF4-983F-18BD219EF322}" styleName="보통 스타일 2 - 강조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SorterView">
  <p:normalViewPr>
    <p:restoredLeft sz="14995" autoAdjust="0"/>
    <p:restoredTop sz="94297" autoAdjust="0"/>
  </p:normalViewPr>
  <p:slideViewPr>
    <p:cSldViewPr snapToGrid="0">
      <p:cViewPr varScale="1">
        <p:scale>
          <a:sx n="80" d="100"/>
          <a:sy n="80" d="100"/>
        </p:scale>
        <p:origin x="782" y="5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9582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" d="1"/>
        <a:sy n="1" d="1"/>
      </p:scale>
      <p:origin x="0" y="-845"/>
    </p:cViewPr>
  </p:sorterViewPr>
  <p:notesViewPr>
    <p:cSldViewPr snapToGrid="0">
      <p:cViewPr varScale="1">
        <p:scale>
          <a:sx n="104" d="100"/>
          <a:sy n="104" d="100"/>
        </p:scale>
        <p:origin x="4608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commentAuthors" Target="commentAuthors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424059DE-6CD5-4C59-8233-088CE5808E67}" type="datetime1">
              <a:rPr lang="ko-KR" altLang="en-US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2026-09-09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679768-A2FC-4D08-91F6-8DCE6C566B36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‹#›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830255166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43E1C3DD-4A19-441D-907C-380838DB51C4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ko-KR" altLang="en-US" noProof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ko-KR" altLang="en-US" noProof="0" dirty="0"/>
              <a:t>마스터 텍스트 스타일을 편집하려면 클릭하세요</a:t>
            </a:r>
            <a:r>
              <a:rPr lang="en-US" altLang="ko-KR" noProof="0" dirty="0"/>
              <a:t>.</a:t>
            </a:r>
          </a:p>
          <a:p>
            <a:pPr lvl="1" rtl="0"/>
            <a:r>
              <a:rPr lang="ko-KR" altLang="en-US" noProof="0" dirty="0"/>
              <a:t>둘째 수준</a:t>
            </a:r>
          </a:p>
          <a:p>
            <a:pPr lvl="2" rtl="0"/>
            <a:r>
              <a:rPr lang="ko-KR" altLang="en-US" noProof="0" dirty="0"/>
              <a:t>셋째 수준</a:t>
            </a:r>
          </a:p>
          <a:p>
            <a:pPr lvl="3" rtl="0"/>
            <a:r>
              <a:rPr lang="ko-KR" altLang="en-US" noProof="0" dirty="0"/>
              <a:t>넷째 수준</a:t>
            </a:r>
          </a:p>
          <a:p>
            <a:pPr lvl="4" rtl="0"/>
            <a:r>
              <a:rPr lang="ko-KR" altLang="en-US" noProof="0" dirty="0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DF61EA0F-A667-4B49-8422-0062BC55E249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3381910297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맑은 고딕" panose="020B0503020000020004" pitchFamily="50" charset="-127"/>
        <a:ea typeface="맑은 고딕" panose="020B0503020000020004" pitchFamily="50" charset="-127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1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01176981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5D851F-9E6E-F736-3EAD-9032C3A12B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F7216126-02A5-AD0D-6566-3580AAD7CB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4087E8DB-6314-F6E3-01E0-BEED3A024F3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A46588A-EDE2-2AEE-439D-550155F3890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2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373766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936E23-77FB-B28A-C76F-C9F9BB8819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9E19DE97-F164-58D9-0153-46A4A29EC0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922C0ABA-CA65-8C81-AC13-6133E555FF5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5726CAFC-0696-B712-7E1F-DFC13860FA2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4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8203235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916EFA-7071-6654-7223-86B5E8CEF6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EFB97DD9-E29D-63A4-0732-25E79253FEC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D898C04E-E375-ED5F-4135-2D62F9232B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7B9B0591-CB20-A5CE-29D6-245E81E388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5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00541870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C03469-8505-A8C7-DE1E-E799C4D39A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83503321-1896-368F-A2B7-23146F270B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2EB2A939-EFB1-F250-F544-963340760DA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4A80065-A4D5-E320-0B63-8E58B43411A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6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427479924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DE744-D0AA-F1FD-5C23-F8D6B79260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>
            <a:extLst>
              <a:ext uri="{FF2B5EF4-FFF2-40B4-BE49-F238E27FC236}">
                <a16:creationId xmlns:a16="http://schemas.microsoft.com/office/drawing/2014/main" id="{19D5C429-95E6-9B82-3F10-A0FD2EC1B7A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>
            <a:extLst>
              <a:ext uri="{FF2B5EF4-FFF2-40B4-BE49-F238E27FC236}">
                <a16:creationId xmlns:a16="http://schemas.microsoft.com/office/drawing/2014/main" id="{6BCB7D59-E6AC-3201-8F0B-C3130C2D3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 rtlCol="0"/>
          <a:lstStyle/>
          <a:p>
            <a:pPr rtl="0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1B99B407-B524-4067-58BA-A146DB31839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 rtlCol="0"/>
          <a:lstStyle/>
          <a:p>
            <a:pPr rtl="0"/>
            <a:fld id="{DF61EA0F-A667-4B49-8422-0062BC55E249}" type="slidenum">
              <a:rPr lang="en-US" altLang="ko-KR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7</a:t>
            </a:fld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7158916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 bwMode="blackWhite">
          <a:xfrm>
            <a:off x="254950" y="262784"/>
            <a:ext cx="11682101" cy="633243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lvl1pPr>
              <a:defRPr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17185494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12" name="직선 연결선(S) 11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제목 3"/>
          <p:cNvSpPr>
            <a:spLocks noGrp="1"/>
          </p:cNvSpPr>
          <p:nvPr>
            <p:ph type="title"/>
          </p:nvPr>
        </p:nvSpPr>
        <p:spPr>
          <a:xfrm>
            <a:off x="521207" y="448056"/>
            <a:ext cx="6877119" cy="640080"/>
          </a:xfrm>
        </p:spPr>
        <p:txBody>
          <a:bodyPr rtlCol="0" anchor="b" anchorCtr="0">
            <a:normAutofit/>
          </a:bodyPr>
          <a:lstStyle>
            <a:lvl1pPr>
              <a:defRPr sz="2800">
                <a:solidFill>
                  <a:schemeClr val="bg2">
                    <a:lumMod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quarter" idx="10" hasCustomPrompt="1"/>
          </p:nvPr>
        </p:nvSpPr>
        <p:spPr>
          <a:xfrm>
            <a:off x="539496" y="1435608"/>
            <a:ext cx="44165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  <p:sp>
        <p:nvSpPr>
          <p:cNvPr id="6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90475B5-67CA-4281-BDCA-DA943C3C8EB3}" type="datetime1">
              <a:rPr lang="ko-KR" altLang="en-US" noProof="0" smtClean="0"/>
              <a:t>2026-09-09</a:t>
            </a:fld>
            <a:endParaRPr lang="ko-KR" altLang="en-US" noProof="0"/>
          </a:p>
        </p:txBody>
      </p:sp>
      <p:sp>
        <p:nvSpPr>
          <p:cNvPr id="7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/>
          </a:p>
        </p:txBody>
      </p:sp>
      <p:sp>
        <p:nvSpPr>
          <p:cNvPr id="8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192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/>
          </a:p>
        </p:txBody>
      </p:sp>
    </p:spTree>
    <p:extLst>
      <p:ext uri="{BB962C8B-B14F-4D97-AF65-F5344CB8AC3E}">
        <p14:creationId xmlns:p14="http://schemas.microsoft.com/office/powerpoint/2010/main" val="21858365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 userDrawn="1"/>
        </p:nvSpPr>
        <p:spPr>
          <a:xfrm>
            <a:off x="254951" y="262784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0" name="직사각형 9"/>
          <p:cNvSpPr/>
          <p:nvPr userDrawn="1"/>
        </p:nvSpPr>
        <p:spPr bwMode="blackWhite">
          <a:xfrm>
            <a:off x="254950" y="262784"/>
            <a:ext cx="11682101" cy="2072643"/>
          </a:xfrm>
          <a:prstGeom prst="rect">
            <a:avLst/>
          </a:prstGeom>
          <a:solidFill>
            <a:srgbClr val="D247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521208" y="1536192"/>
            <a:ext cx="6876288" cy="640080"/>
          </a:xfrm>
        </p:spPr>
        <p:txBody>
          <a:bodyPr rtlCol="0">
            <a:normAutofit/>
          </a:bodyPr>
          <a:lstStyle>
            <a:lvl1pPr>
              <a:defRPr sz="3600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7" name="내용 개체 틀 6"/>
          <p:cNvSpPr>
            <a:spLocks noGrp="1"/>
          </p:cNvSpPr>
          <p:nvPr>
            <p:ph sz="quarter" idx="13" hasCustomPrompt="1"/>
          </p:nvPr>
        </p:nvSpPr>
        <p:spPr>
          <a:xfrm>
            <a:off x="539496" y="2560320"/>
            <a:ext cx="9445752" cy="3977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sz="240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>
              <a:defRPr lang="en-US" sz="12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>
              <a:defRPr lang="en-US" sz="1200" dirty="0">
                <a:solidFill>
                  <a:schemeClr val="tx1">
                    <a:lumMod val="75000"/>
                    <a:lumOff val="2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</a:lstStyle>
          <a:p>
            <a:pPr marL="0" lvl="0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marL="0" lvl="1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둘째 수준</a:t>
            </a:r>
          </a:p>
          <a:p>
            <a:pPr marL="0" lvl="2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셋째 수준</a:t>
            </a:r>
          </a:p>
          <a:p>
            <a:pPr marL="0" lvl="3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넷째 수준</a:t>
            </a:r>
          </a:p>
          <a:p>
            <a:pPr marL="0" lvl="4" indent="0" rtl="0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None/>
            </a:pPr>
            <a:r>
              <a:rPr lang="ko-KR" altLang="en-US" noProof="0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13356555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913795" y="139083"/>
            <a:ext cx="10353762" cy="766439"/>
          </a:xfrm>
        </p:spPr>
        <p:txBody>
          <a:bodyPr rtlCol="0">
            <a:normAutofit/>
          </a:bodyPr>
          <a:lstStyle>
            <a:lvl1pPr>
              <a:defRPr sz="3200">
                <a:latin typeface="Batang" panose="02030600000101010101" pitchFamily="18" charset="-127"/>
                <a:ea typeface="Batang" panose="02030600000101010101" pitchFamily="18" charset="-127"/>
              </a:defRPr>
            </a:lvl1pPr>
          </a:lstStyle>
          <a:p>
            <a:pPr rtl="0"/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913795" y="1127464"/>
            <a:ext cx="10353762" cy="4663735"/>
          </a:xfrm>
        </p:spPr>
        <p:txBody>
          <a:bodyPr rtlCol="0"/>
          <a:lstStyle>
            <a:lvl1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1pPr>
            <a:lvl2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2pPr>
            <a:lvl3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3pPr>
            <a:lvl4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4pPr>
            <a:lvl5pPr>
              <a:defRPr>
                <a:latin typeface="Batang" panose="02030600000101010101" pitchFamily="18" charset="-127"/>
                <a:ea typeface="Batang" panose="02030600000101010101" pitchFamily="18" charset="-127"/>
              </a:defRPr>
            </a:lvl5pPr>
          </a:lstStyle>
          <a:p>
            <a:pPr lvl="0" rtl="0"/>
            <a:r>
              <a:rPr lang="ko-KR" altLang="en-US" dirty="0"/>
              <a:t>마스터 텍스트 스타일을 편집하려면 클릭</a:t>
            </a:r>
          </a:p>
          <a:p>
            <a:pPr lvl="1" rtl="0"/>
            <a:r>
              <a:rPr lang="ko-KR" altLang="en-US" dirty="0"/>
              <a:t>두 번째 수준</a:t>
            </a:r>
          </a:p>
          <a:p>
            <a:pPr lvl="2" rtl="0"/>
            <a:r>
              <a:rPr lang="ko-KR" altLang="en-US" dirty="0"/>
              <a:t>세 번째 수준</a:t>
            </a:r>
          </a:p>
          <a:p>
            <a:pPr lvl="3" rtl="0"/>
            <a:r>
              <a:rPr lang="ko-KR" altLang="en-US" dirty="0"/>
              <a:t>네 번째 수준</a:t>
            </a:r>
          </a:p>
          <a:p>
            <a:pPr lvl="4" rtl="0"/>
            <a:r>
              <a:rPr lang="ko-KR" altLang="en-US" dirty="0"/>
              <a:t>다섯 번째 수준</a:t>
            </a:r>
            <a:endParaRPr lang="en-US" dirty="0"/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B4745536-17E2-EEF7-D107-B4146DE2141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5924" y="6365874"/>
            <a:ext cx="355393" cy="393576"/>
          </a:xfrm>
          <a:prstGeom prst="rect">
            <a:avLst/>
          </a:prstGeom>
        </p:spPr>
      </p:pic>
      <p:sp>
        <p:nvSpPr>
          <p:cNvPr id="4" name="Date Placeholder 4">
            <a:extLst>
              <a:ext uri="{FF2B5EF4-FFF2-40B4-BE49-F238E27FC236}">
                <a16:creationId xmlns:a16="http://schemas.microsoft.com/office/drawing/2014/main" id="{3AC7079E-4A2B-916C-C464-65DEFE434184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78737" y="6198235"/>
            <a:ext cx="2743200" cy="365125"/>
          </a:xfrm>
          <a:prstGeom prst="rect">
            <a:avLst/>
          </a:prstGeom>
        </p:spPr>
        <p:txBody>
          <a:bodyPr/>
          <a:lstStyle/>
          <a:p>
            <a:fld id="{48A87A34-81AB-432B-8DAE-1953F412C126}" type="datetimeFigureOut">
              <a:rPr lang="en-US" smtClean="0"/>
              <a:t>9/9/2026</a:t>
            </a:fld>
            <a:endParaRPr lang="en-US" dirty="0"/>
          </a:p>
        </p:txBody>
      </p:sp>
      <p:sp>
        <p:nvSpPr>
          <p:cNvPr id="5" name="Footer Placeholder 5">
            <a:extLst>
              <a:ext uri="{FF2B5EF4-FFF2-40B4-BE49-F238E27FC236}">
                <a16:creationId xmlns:a16="http://schemas.microsoft.com/office/drawing/2014/main" id="{A9D00E07-4D48-7C0C-4DF1-A39D6E8BB9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13774" y="6198235"/>
            <a:ext cx="6672887" cy="365125"/>
          </a:xfrm>
          <a:prstGeom prst="rect">
            <a:avLst/>
          </a:prstGeo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6">
            <a:extLst>
              <a:ext uri="{FF2B5EF4-FFF2-40B4-BE49-F238E27FC236}">
                <a16:creationId xmlns:a16="http://schemas.microsoft.com/office/drawing/2014/main" id="{1DFF8BFD-50B2-6671-09A6-3F6A70B599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514011" y="6198235"/>
            <a:ext cx="764215" cy="365125"/>
          </a:xfrm>
          <a:prstGeom prst="rect">
            <a:avLst/>
          </a:prstGeom>
        </p:spPr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630270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직사각형 6"/>
          <p:cNvSpPr/>
          <p:nvPr userDrawn="1"/>
        </p:nvSpPr>
        <p:spPr>
          <a:xfrm>
            <a:off x="256032" y="265176"/>
            <a:ext cx="11683049" cy="6332433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b" anchorCtr="0"/>
          <a:lstStyle/>
          <a:p>
            <a:pPr algn="ctr" rtl="0"/>
            <a:endParaRPr lang="ko-KR" altLang="en-US" sz="1800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521208" y="448056"/>
            <a:ext cx="6876288" cy="640080"/>
          </a:xfrm>
          <a:prstGeom prst="rect">
            <a:avLst/>
          </a:prstGeom>
        </p:spPr>
        <p:txBody>
          <a:bodyPr vert="horz" lIns="91440" tIns="45720" rIns="91440" bIns="45720" rtlCol="0" anchor="b" anchorCtr="0">
            <a:normAutofit/>
          </a:bodyPr>
          <a:lstStyle/>
          <a:p>
            <a:pPr rtl="0"/>
            <a:r>
              <a:rPr lang="ko-KR" altLang="en-US" noProof="0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539496" y="1435608"/>
            <a:ext cx="4416552" cy="39776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ko-KR" altLang="en-US" noProof="0"/>
              <a:t>마스터 텍스트 스타일을 편집하려면 클릭하세요</a:t>
            </a:r>
            <a:r>
              <a:rPr lang="en-US" altLang="ko-KR" noProof="0"/>
              <a:t>.</a:t>
            </a:r>
          </a:p>
          <a:p>
            <a:pPr lvl="1" rtl="0"/>
            <a:r>
              <a:rPr lang="ko-KR" altLang="en-US" noProof="0"/>
              <a:t>둘째 수준</a:t>
            </a:r>
          </a:p>
          <a:p>
            <a:pPr lvl="2" rtl="0"/>
            <a:r>
              <a:rPr lang="ko-KR" altLang="en-US" noProof="0"/>
              <a:t>셋째 수준</a:t>
            </a:r>
          </a:p>
          <a:p>
            <a:pPr lvl="3" rtl="0"/>
            <a:r>
              <a:rPr lang="ko-KR" altLang="en-US" noProof="0"/>
              <a:t>넷째 수준</a:t>
            </a:r>
          </a:p>
          <a:p>
            <a:pPr lvl="4" rtl="0"/>
            <a:r>
              <a:rPr lang="ko-KR" altLang="en-US" noProof="0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539496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C655C81E-72E7-4D05-94B5-F45B321A525D}" type="datetime1">
              <a:rPr lang="ko-KR" altLang="en-US" noProof="0" smtClean="0"/>
              <a:t>2026-09-09</a:t>
            </a:fld>
            <a:endParaRPr lang="ko-KR" altLang="en-US" noProof="0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648200" y="62039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375904" y="6203952"/>
            <a:ext cx="3276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</a:lstStyle>
          <a:p>
            <a:fld id="{9860EDB8-5305-433F-BE41-D7A86D811DB3}" type="slidenum">
              <a:rPr lang="en-US" altLang="ko-KR" noProof="0" smtClean="0"/>
              <a:pPr/>
              <a:t>‹#›</a:t>
            </a:fld>
            <a:endParaRPr lang="ko-KR" altLang="en-US" noProof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cxnSp>
        <p:nvCxnSpPr>
          <p:cNvPr id="8" name="직선 연결선(S) 7"/>
          <p:cNvCxnSpPr/>
          <p:nvPr userDrawn="1"/>
        </p:nvCxnSpPr>
        <p:spPr>
          <a:xfrm>
            <a:off x="604434" y="1196392"/>
            <a:ext cx="10983132" cy="0"/>
          </a:xfrm>
          <a:prstGeom prst="line">
            <a:avLst/>
          </a:prstGeom>
          <a:ln w="25400">
            <a:solidFill>
              <a:srgbClr val="D24726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467549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5" r:id="rId4"/>
  </p:sldLayoutIdLst>
  <p:hf hdr="0" ftr="0" dt="0"/>
  <p:txStyles>
    <p:titleStyle>
      <a:lvl1pPr algn="l" defTabSz="914400" rtl="0" eaLnBrk="1" latinLnBrk="1" hangingPunct="1">
        <a:spcBef>
          <a:spcPct val="0"/>
        </a:spcBef>
        <a:buNone/>
        <a:defRPr sz="2800" kern="120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j-cs"/>
        </a:defRPr>
      </a:lvl1pPr>
    </p:titleStyle>
    <p:bodyStyle>
      <a:lvl1pPr marL="0" indent="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Tx/>
        <a:buNone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1pPr>
      <a:lvl2pPr marL="228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2pPr>
      <a:lvl3pPr marL="685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3pPr>
      <a:lvl4pPr marL="11430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4pPr>
      <a:lvl5pPr marL="16002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맑은 고딕" panose="020B0503020000020004" pitchFamily="50" charset="-127"/>
          <a:ea typeface="맑은 고딕" panose="020B0503020000020004" pitchFamily="50" charset="-127"/>
          <a:cs typeface="+mn-cs"/>
        </a:defRPr>
      </a:lvl5pPr>
      <a:lvl6pPr marL="20574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6pPr>
      <a:lvl7pPr marL="25146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7pPr>
      <a:lvl8pPr marL="2971800" indent="-228600" algn="l" defTabSz="914400" rtl="0" eaLnBrk="1" latinLnBrk="1" hangingPunct="1">
        <a:lnSpc>
          <a:spcPct val="150000"/>
        </a:lnSpc>
        <a:spcBef>
          <a:spcPts val="1000"/>
        </a:spcBef>
        <a:spcAft>
          <a:spcPts val="1200"/>
        </a:spcAft>
        <a:buFont typeface="Arial" panose="020B0604020202020204" pitchFamily="34" charset="0"/>
        <a:buChar char="•"/>
        <a:defRPr lang="en-US" sz="1200" kern="1200" dirty="0" smtClean="0">
          <a:solidFill>
            <a:schemeClr val="tx1"/>
          </a:solidFill>
          <a:latin typeface="+mn-lt"/>
          <a:ea typeface="+mn-ea"/>
          <a:cs typeface="+mn-cs"/>
        </a:defRPr>
      </a:lvl8pPr>
      <a:lvl9pPr marL="3429000" indent="-228600" algn="l" defTabSz="914400" rtl="0" eaLnBrk="1" latinLnBrk="1" hangingPunct="1">
        <a:lnSpc>
          <a:spcPct val="90000"/>
        </a:lnSpc>
        <a:spcBef>
          <a:spcPct val="30000"/>
        </a:spcBef>
        <a:buFont typeface="Arial" panose="020B0604020202020204" pitchFamily="34" charset="0"/>
        <a:buNone/>
        <a:defRPr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youtube.com/playlist?list=PLlET0GsrLUL5bxmx5c1H1Ms_OtOPYZIEG" TargetMode="Externa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youtube.com/playlist?list=PLlET0GsrLUL59YbxstZE71WszP3pVnZfI" TargetMode="External"/><Relationship Id="rId5" Type="http://schemas.openxmlformats.org/officeDocument/2006/relationships/image" Target="../media/image3.sv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ancestor9/2026_Fall_AI-Workflow/blob/main/n8n/AI%20Agent%20(RAG).json" TargetMode="Externa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8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0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2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</a:t>
            </a: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AI Workflow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2A693FF-597D-D05E-69BD-7CA96D17F1C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2471807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20704A-288B-64CD-FC6A-62025851E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B1CE130-EB31-D962-CADE-E4B8F73C2E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3200" dirty="0" err="1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</a:t>
            </a:r>
            <a:r>
              <a:rPr lang="en-US" altLang="ko-KR" sz="3200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Advanced Course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430C6CD-538B-C383-C35C-9DA52B5E2D6D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4" name="그래픽 3" descr="본문 작성기">
            <a:extLst>
              <a:ext uri="{FF2B5EF4-FFF2-40B4-BE49-F238E27FC236}">
                <a16:creationId xmlns:a16="http://schemas.microsoft.com/office/drawing/2014/main" id="{E55ABD26-1972-D164-5DF6-FF4F7D788A3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48526" y="1908824"/>
            <a:ext cx="1643100" cy="16431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5D7C541E-382B-0C86-B0D5-B21EF151D2C9}"/>
              </a:ext>
            </a:extLst>
          </p:cNvPr>
          <p:cNvSpPr txBox="1"/>
          <p:nvPr/>
        </p:nvSpPr>
        <p:spPr>
          <a:xfrm>
            <a:off x="7429500" y="3499905"/>
            <a:ext cx="203132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6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n8n Basic Course</a:t>
            </a:r>
            <a:endParaRPr lang="ko-KR" altLang="en-US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386594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6AD688-81BD-A730-FB4D-15578BA58D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제목 1">
            <a:extLst>
              <a:ext uri="{FF2B5EF4-FFF2-40B4-BE49-F238E27FC236}">
                <a16:creationId xmlns:a16="http://schemas.microsoft.com/office/drawing/2014/main" id="{AE8FE2DB-C78A-59C3-AE94-56541135D3ED}"/>
              </a:ext>
            </a:extLst>
          </p:cNvPr>
          <p:cNvSpPr txBox="1">
            <a:spLocks/>
          </p:cNvSpPr>
          <p:nvPr/>
        </p:nvSpPr>
        <p:spPr>
          <a:xfrm>
            <a:off x="475645" y="481983"/>
            <a:ext cx="10353762" cy="766439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200" kern="1200" cap="all" baseline="0">
                <a:solidFill>
                  <a:schemeClr val="tx1"/>
                </a:solidFill>
                <a:effectLst/>
                <a:latin typeface="Batang" panose="02030600000101010101" pitchFamily="18" charset="-127"/>
                <a:ea typeface="Batang" panose="02030600000101010101" pitchFamily="18" charset="-127"/>
                <a:cs typeface="+mj-cs"/>
              </a:defRPr>
            </a:lvl1pPr>
          </a:lstStyle>
          <a:p>
            <a:pPr algn="l"/>
            <a:r>
              <a:rPr lang="en-US" altLang="ko-KR" sz="2800" cap="none" dirty="0">
                <a:solidFill>
                  <a:schemeClr val="bg2">
                    <a:lumMod val="25000"/>
                  </a:schemeClr>
                </a:solidFill>
                <a:latin typeface="D2Coding" panose="020B0609020101020101" pitchFamily="49" charset="-127"/>
                <a:ea typeface="D2Coding" panose="020B0609020101020101" pitchFamily="49" charset="-127"/>
                <a:cs typeface="Segoe UI Light" panose="020B0502040204020203" pitchFamily="34" charset="0"/>
              </a:rPr>
              <a:t>Working with complex data flows</a:t>
            </a:r>
            <a:endParaRPr lang="ko-KR" altLang="en-US" sz="2800" cap="none" dirty="0">
              <a:solidFill>
                <a:schemeClr val="bg2">
                  <a:lumMod val="25000"/>
                </a:schemeClr>
              </a:solidFill>
              <a:latin typeface="D2Coding" panose="020B0609020101020101" pitchFamily="49" charset="-127"/>
              <a:ea typeface="D2Coding" panose="020B0609020101020101" pitchFamily="49" charset="-127"/>
              <a:cs typeface="Segoe UI Light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159C719-70DA-E335-6E30-7EA20CACB266}"/>
              </a:ext>
            </a:extLst>
          </p:cNvPr>
          <p:cNvSpPr txBox="1"/>
          <p:nvPr/>
        </p:nvSpPr>
        <p:spPr>
          <a:xfrm>
            <a:off x="744020" y="324433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ko-KR" altLang="en-US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2" name="슬라이드 번호 개체 틀 3">
            <a:extLst>
              <a:ext uri="{FF2B5EF4-FFF2-40B4-BE49-F238E27FC236}">
                <a16:creationId xmlns:a16="http://schemas.microsoft.com/office/drawing/2014/main" id="{CFBACB0A-609D-1358-139D-925052A0D9B4}"/>
              </a:ext>
            </a:extLst>
          </p:cNvPr>
          <p:cNvSpPr txBox="1">
            <a:spLocks/>
          </p:cNvSpPr>
          <p:nvPr/>
        </p:nvSpPr>
        <p:spPr>
          <a:xfrm>
            <a:off x="11180761" y="299420"/>
            <a:ext cx="75354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 rtl="0">
              <a:defRPr lang="ko-KR"/>
            </a:defPPr>
            <a:lvl1pPr marL="0" algn="r" defTabSz="914400" rtl="0" eaLnBrk="1" latinLnBrk="0" hangingPunct="1">
              <a:defRPr sz="1200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D57F1E4F-1CFF-5643-939E-217C01CDF565}" type="slidenum">
              <a:rPr lang="en-US" b="1" smtClean="0">
                <a:latin typeface="Segoe UI Emoji" panose="020B0502040204020203" pitchFamily="34" charset="0"/>
                <a:ea typeface="Segoe UI Emoji" panose="020B0502040204020203" pitchFamily="34" charset="0"/>
              </a:rPr>
              <a:pPr/>
              <a:t>3</a:t>
            </a:fld>
            <a:endParaRPr lang="en-US" b="1" dirty="0">
              <a:latin typeface="Segoe UI Emoji" panose="020B0502040204020203" pitchFamily="34" charset="0"/>
              <a:ea typeface="Segoe UI Emoji" panose="020B0502040204020203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0455FC9-0985-3C38-7286-622D0F28FDAF}"/>
              </a:ext>
            </a:extLst>
          </p:cNvPr>
          <p:cNvSpPr txBox="1"/>
          <p:nvPr/>
        </p:nvSpPr>
        <p:spPr>
          <a:xfrm>
            <a:off x="475645" y="1380951"/>
            <a:ext cx="4185761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1_Working with complex data </a:t>
            </a:r>
            <a:r>
              <a:rPr lang="en-US" altLang="ko-KR" sz="1600" dirty="0" err="1">
                <a:solidFill>
                  <a:schemeClr val="accent5"/>
                </a:solidFill>
                <a:latin typeface="D2Coding" panose="020B0609020101020101" pitchFamily="49" charset="-127"/>
                <a:ea typeface="D2Coding" panose="020B0609020101020101" pitchFamily="49" charset="-127"/>
                <a:hlinkClick r:id="rId2" tooltip="AI Agent (RAG).json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flows.json</a:t>
            </a:r>
            <a:endParaRPr lang="ko-KR" altLang="en-US" sz="1600" dirty="0">
              <a:solidFill>
                <a:schemeClr val="accent5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F5C8B5A1-29D4-DD3C-44CD-264D672AF80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35197" y="1719505"/>
            <a:ext cx="7723128" cy="47899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48371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A5B53E-9D55-3CF4-4E1B-ED8FFC4293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96B7A2C-8A54-FBB6-A0C3-771CD89412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E16AB047-CE98-D525-7654-BD21D1B0C6A0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9" name="그래픽 8" descr="수구">
            <a:extLst>
              <a:ext uri="{FF2B5EF4-FFF2-40B4-BE49-F238E27FC236}">
                <a16:creationId xmlns:a16="http://schemas.microsoft.com/office/drawing/2014/main" id="{D9768DA3-9FBC-A455-DE78-CF68D747B00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929525" y="3307207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753652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256542-6AED-5FA9-2733-A5A8B92C31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90161FF-C05C-8EF4-195C-EF2518F562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C4376A18-C0FA-1AAD-D9CE-A6C47A492085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3" name="그래픽 12" descr="크로스컨트리 스키">
            <a:extLst>
              <a:ext uri="{FF2B5EF4-FFF2-40B4-BE49-F238E27FC236}">
                <a16:creationId xmlns:a16="http://schemas.microsoft.com/office/drawing/2014/main" id="{99A95973-5448-BC4A-EE51-3503E64179B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1990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65021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C8F6CF-1580-AA40-EFE8-EE6DE86D3B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1E9547-7D2E-602A-BCAE-CB5904A932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Advanced Tutorials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D715101B-F95F-F5D9-8C37-423458301BAB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7" name="그래픽 6" descr="축구">
            <a:extLst>
              <a:ext uri="{FF2B5EF4-FFF2-40B4-BE49-F238E27FC236}">
                <a16:creationId xmlns:a16="http://schemas.microsoft.com/office/drawing/2014/main" id="{A526B18E-0F49-C751-4609-98ED697ED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74625" y="1589254"/>
            <a:ext cx="1643100" cy="1643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808788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329B48-DF83-6993-3705-1D9B3C17751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9CCD212-3BE7-85E9-2C6F-7925BADC30A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38199" y="1164324"/>
            <a:ext cx="10934701" cy="2387600"/>
          </a:xfrm>
        </p:spPr>
        <p:txBody>
          <a:bodyPr rtlCol="0" anchor="ctr" anchorCtr="0">
            <a:normAutofit/>
          </a:bodyPr>
          <a:lstStyle/>
          <a:p>
            <a:r>
              <a:rPr lang="en-US" altLang="ko-KR" sz="5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n8n</a:t>
            </a:r>
            <a:br>
              <a:rPr lang="en-US" altLang="ko-KR" sz="4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</a:br>
            <a:r>
              <a:rPr lang="en-US" altLang="ko-KR" sz="40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Homework</a:t>
            </a:r>
            <a:endParaRPr lang="ko-KR" altLang="en-US" sz="4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sp>
        <p:nvSpPr>
          <p:cNvPr id="5" name="부제목 2">
            <a:extLst>
              <a:ext uri="{FF2B5EF4-FFF2-40B4-BE49-F238E27FC236}">
                <a16:creationId xmlns:a16="http://schemas.microsoft.com/office/drawing/2014/main" id="{B5CF0B80-F916-532F-D25B-79DB2A66CED9}"/>
              </a:ext>
            </a:extLst>
          </p:cNvPr>
          <p:cNvSpPr txBox="1">
            <a:spLocks/>
          </p:cNvSpPr>
          <p:nvPr/>
        </p:nvSpPr>
        <p:spPr>
          <a:xfrm>
            <a:off x="855620" y="4555883"/>
            <a:ext cx="9582736" cy="1137793"/>
          </a:xfrm>
          <a:prstGeom prst="rect">
            <a:avLst/>
          </a:prstGeom>
        </p:spPr>
        <p:txBody>
          <a:bodyPr vert="horz" lIns="91440" tIns="45720" rIns="91440" bIns="45720" rtlCol="0">
            <a:normAutofit fontScale="85000" lnSpcReduction="20000"/>
          </a:bodyPr>
          <a:lstStyle>
            <a:lvl1pPr marL="0" indent="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Tx/>
              <a:buNone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  <a:lvl2pPr marL="228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2pPr>
            <a:lvl3pPr marL="685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3pPr>
            <a:lvl4pPr marL="11430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4pPr>
            <a:lvl5pPr marL="16002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5pPr>
            <a:lvl6pPr marL="20574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5146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971800" indent="-228600" algn="l" defTabSz="914400" rtl="0" eaLnBrk="1" latinLnBrk="1" hangingPunct="1">
              <a:lnSpc>
                <a:spcPct val="150000"/>
              </a:lnSpc>
              <a:spcBef>
                <a:spcPts val="1000"/>
              </a:spcBef>
              <a:spcAft>
                <a:spcPts val="1200"/>
              </a:spcAft>
              <a:buFont typeface="Arial" panose="020B0604020202020204" pitchFamily="34" charset="0"/>
              <a:buChar char="•"/>
              <a:defRPr lang="en-US" sz="12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429000" indent="-228600" algn="l" defTabSz="914400" rtl="0" eaLnBrk="1" latinLnBrk="1" hangingPunct="1">
              <a:lnSpc>
                <a:spcPct val="90000"/>
              </a:lnSpc>
              <a:spcBef>
                <a:spcPct val="30000"/>
              </a:spcBef>
              <a:buFont typeface="Arial" panose="020B0604020202020204" pitchFamily="34" charset="0"/>
              <a:buNone/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2400" dirty="0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2026 Fall</a:t>
            </a:r>
          </a:p>
          <a:p>
            <a:r>
              <a:rPr lang="ko-KR" altLang="en-US" sz="2400" dirty="0" err="1">
                <a:solidFill>
                  <a:schemeClr val="bg1"/>
                </a:solidFill>
                <a:latin typeface="D2Coding" panose="020B0609020101020101" pitchFamily="49" charset="-127"/>
                <a:ea typeface="D2Coding" panose="020B0609020101020101" pitchFamily="49" charset="-127"/>
              </a:rPr>
              <a:t>조상구교수</a:t>
            </a:r>
            <a:endParaRPr lang="en-US" altLang="ko-KR" sz="2400" dirty="0">
              <a:solidFill>
                <a:schemeClr val="bg1"/>
              </a:solidFill>
              <a:latin typeface="D2Coding" panose="020B0609020101020101" pitchFamily="49" charset="-127"/>
              <a:ea typeface="D2Coding" panose="020B0609020101020101" pitchFamily="49" charset="-127"/>
            </a:endParaRPr>
          </a:p>
        </p:txBody>
      </p:sp>
      <p:pic>
        <p:nvPicPr>
          <p:cNvPr id="15" name="그래픽 14" descr="활강 스키">
            <a:extLst>
              <a:ext uri="{FF2B5EF4-FFF2-40B4-BE49-F238E27FC236}">
                <a16:creationId xmlns:a16="http://schemas.microsoft.com/office/drawing/2014/main" id="{20ED92B4-5D44-6137-E887-DF9973AB2B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3150" y="1996391"/>
            <a:ext cx="1371675" cy="1371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1836422"/>
      </p:ext>
    </p:extLst>
  </p:cSld>
  <p:clrMapOvr>
    <a:masterClrMapping/>
  </p:clrMapOvr>
</p:sld>
</file>

<file path=ppt/theme/theme1.xml><?xml version="1.0" encoding="utf-8"?>
<a:theme xmlns:a="http://schemas.openxmlformats.org/drawingml/2006/main" name="WelcomeDoc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Segoe UI">
      <a:majorFont>
        <a:latin typeface="Segoe UI Light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60957323_TF10001108_Win32.potx" id="{89E2DA47-811B-41FC-8101-7BA0FB62AE2C}" vid="{0AAAB8A4-2457-4279-BA92-56392840B1F0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{9FD8D820-F221-4C2D-97F8-71B66FDCF583}TF2989475c-5427-4edb-9ec1-00f4ce72165be756b0ce_win32-2ff1dad8fff0</Template>
  <TotalTime>19271</TotalTime>
  <Words>67</Words>
  <Application>Microsoft Office PowerPoint</Application>
  <PresentationFormat>와이드스크린</PresentationFormat>
  <Paragraphs>28</Paragraphs>
  <Slides>7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7</vt:i4>
      </vt:variant>
    </vt:vector>
  </HeadingPairs>
  <TitlesOfParts>
    <vt:vector size="13" baseType="lpstr">
      <vt:lpstr>D2Coding</vt:lpstr>
      <vt:lpstr>맑은 고딕</vt:lpstr>
      <vt:lpstr>Batang</vt:lpstr>
      <vt:lpstr>Arial</vt:lpstr>
      <vt:lpstr>Segoe UI Emoji</vt:lpstr>
      <vt:lpstr>WelcomeDoc</vt:lpstr>
      <vt:lpstr>n8n Advanced AI Workflow</vt:lpstr>
      <vt:lpstr>n8n n8n Advanced Course</vt:lpstr>
      <vt:lpstr>PowerPoint 프레젠테이션</vt:lpstr>
      <vt:lpstr>n8n Advanced Tutorials</vt:lpstr>
      <vt:lpstr>n8n Advanced Tutorials</vt:lpstr>
      <vt:lpstr>n8n Advanced Tutorials</vt:lpstr>
      <vt:lpstr>n8n Homework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조상구</dc:creator>
  <cp:keywords/>
  <cp:lastModifiedBy>Sanggoo Cho</cp:lastModifiedBy>
  <cp:revision>249</cp:revision>
  <dcterms:created xsi:type="dcterms:W3CDTF">2026-04-06T01:00:39Z</dcterms:created>
  <dcterms:modified xsi:type="dcterms:W3CDTF">2026-09-09T21:57:48Z</dcterms:modified>
  <cp:version/>
</cp:coreProperties>
</file>