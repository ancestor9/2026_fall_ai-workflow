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6"/>
  </p:notesMasterIdLst>
  <p:handoutMasterIdLst>
    <p:handoutMasterId r:id="rId77"/>
  </p:handoutMasterIdLst>
  <p:sldIdLst>
    <p:sldId id="256" r:id="rId2"/>
    <p:sldId id="1280" r:id="rId3"/>
    <p:sldId id="1136" r:id="rId4"/>
    <p:sldId id="1288" r:id="rId5"/>
    <p:sldId id="1264" r:id="rId6"/>
    <p:sldId id="1281" r:id="rId7"/>
    <p:sldId id="1286" r:id="rId8"/>
    <p:sldId id="1294" r:id="rId9"/>
    <p:sldId id="1296" r:id="rId10"/>
    <p:sldId id="1295" r:id="rId11"/>
    <p:sldId id="1282" r:id="rId12"/>
    <p:sldId id="1297" r:id="rId13"/>
    <p:sldId id="1298" r:id="rId14"/>
    <p:sldId id="1299" r:id="rId15"/>
    <p:sldId id="1300" r:id="rId16"/>
    <p:sldId id="1284" r:id="rId17"/>
    <p:sldId id="1289" r:id="rId18"/>
    <p:sldId id="1287" r:id="rId19"/>
    <p:sldId id="1283" r:id="rId20"/>
    <p:sldId id="1301" r:id="rId21"/>
    <p:sldId id="1302" r:id="rId22"/>
    <p:sldId id="1278" r:id="rId23"/>
    <p:sldId id="1290" r:id="rId24"/>
    <p:sldId id="1303" r:id="rId25"/>
    <p:sldId id="1263" r:id="rId26"/>
    <p:sldId id="1306" r:id="rId27"/>
    <p:sldId id="1307" r:id="rId28"/>
    <p:sldId id="1305" r:id="rId29"/>
    <p:sldId id="1265" r:id="rId30"/>
    <p:sldId id="1266" r:id="rId31"/>
    <p:sldId id="1268" r:id="rId32"/>
    <p:sldId id="1267" r:id="rId33"/>
    <p:sldId id="1269" r:id="rId34"/>
    <p:sldId id="1277" r:id="rId35"/>
    <p:sldId id="258" r:id="rId36"/>
    <p:sldId id="1271" r:id="rId37"/>
    <p:sldId id="259" r:id="rId38"/>
    <p:sldId id="260" r:id="rId39"/>
    <p:sldId id="353" r:id="rId40"/>
    <p:sldId id="354" r:id="rId41"/>
    <p:sldId id="262" r:id="rId42"/>
    <p:sldId id="263" r:id="rId43"/>
    <p:sldId id="264" r:id="rId44"/>
    <p:sldId id="267" r:id="rId45"/>
    <p:sldId id="268" r:id="rId46"/>
    <p:sldId id="265" r:id="rId47"/>
    <p:sldId id="1275" r:id="rId48"/>
    <p:sldId id="266" r:id="rId49"/>
    <p:sldId id="269" r:id="rId50"/>
    <p:sldId id="274" r:id="rId51"/>
    <p:sldId id="277" r:id="rId52"/>
    <p:sldId id="1276" r:id="rId53"/>
    <p:sldId id="1273" r:id="rId54"/>
    <p:sldId id="1274" r:id="rId55"/>
    <p:sldId id="1304" r:id="rId56"/>
    <p:sldId id="1272" r:id="rId57"/>
    <p:sldId id="1279" r:id="rId58"/>
    <p:sldId id="1292" r:id="rId59"/>
    <p:sldId id="1285" r:id="rId60"/>
    <p:sldId id="1293" r:id="rId61"/>
    <p:sldId id="285" r:id="rId62"/>
    <p:sldId id="286" r:id="rId63"/>
    <p:sldId id="287" r:id="rId64"/>
    <p:sldId id="288" r:id="rId65"/>
    <p:sldId id="1308" r:id="rId66"/>
    <p:sldId id="1309" r:id="rId67"/>
    <p:sldId id="1310" r:id="rId68"/>
    <p:sldId id="1311" r:id="rId69"/>
    <p:sldId id="1312" r:id="rId70"/>
    <p:sldId id="1313" r:id="rId71"/>
    <p:sldId id="1314" r:id="rId72"/>
    <p:sldId id="1315" r:id="rId73"/>
    <p:sldId id="1316" r:id="rId74"/>
    <p:sldId id="1255" r:id="rId7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283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277"/>
            <p14:sldId id="258"/>
            <p14:sldId id="1271"/>
            <p14:sldId id="259"/>
            <p14:sldId id="260"/>
            <p14:sldId id="353"/>
            <p14:sldId id="354"/>
            <p14:sldId id="262"/>
            <p14:sldId id="263"/>
            <p14:sldId id="264"/>
            <p14:sldId id="267"/>
            <p14:sldId id="268"/>
            <p14:sldId id="265"/>
            <p14:sldId id="1275"/>
            <p14:sldId id="266"/>
            <p14:sldId id="269"/>
            <p14:sldId id="274"/>
            <p14:sldId id="277"/>
            <p14:sldId id="1276"/>
            <p14:sldId id="1273"/>
            <p14:sldId id="1274"/>
            <p14:sldId id="1304"/>
            <p14:sldId id="1272"/>
            <p14:sldId id="1279"/>
            <p14:sldId id="1292"/>
            <p14:sldId id="1285"/>
            <p14:sldId id="1293"/>
            <p14:sldId id="285"/>
            <p14:sldId id="286"/>
            <p14:sldId id="287"/>
            <p14:sldId id="288"/>
            <p14:sldId id="1308"/>
            <p14:sldId id="1309"/>
            <p14:sldId id="1310"/>
            <p14:sldId id="1311"/>
            <p14:sldId id="1312"/>
            <p14:sldId id="1313"/>
            <p14:sldId id="1314"/>
            <p14:sldId id="1315"/>
            <p14:sldId id="1316"/>
            <p14:sldId id="125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33" d="100"/>
        <a:sy n="33" d="100"/>
      </p:scale>
      <p:origin x="0" y="-266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commentAuthors" Target="commentAuthors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54290-5233-2A8D-0A16-4E64C03F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9770C1-FF54-8602-A54B-D8779EC5B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52E5E5-DF2C-A44F-8DE2-6BEB2FFE0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1595AB-F56E-ED7F-DE64-BF203EDC4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69577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169" name="Google Shape;16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70082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217E1063-B697-0F5B-6173-A8ACC414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5B1C958-1384-535D-9203-77314D3CE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2B0AD07-79B3-6CBE-0FF4-24D414AC34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3157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CAB5A7B-700F-B433-0E98-AADF106B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A2AFB00C-00B1-387E-CC96-BD3F1F6A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CB5368B-F389-8446-C46B-CFFD8F5C13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87278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B97D6B2-16C7-406E-ABED-027739F2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EF577B07-8C8C-3661-469F-5CBBE8E516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AB737DC-C48A-55DB-8CDB-5F90832FB9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47345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C4819A67-6B86-CF50-18EB-93960BF43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5F74DDA-FA23-C3AD-5F23-D990A6BF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0470BAC9-588C-DE39-C6B8-87735A2DB2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53415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5508E92-FDC4-8C11-6735-4C3FAF7C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FE4F60F-4BE1-4590-77AF-115104F25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68BFBA0A-73FB-0411-3169-741B53035C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25553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3ED5C58F-EB24-338D-F4BC-4E53F9C0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CB17C4D-369D-B0D1-DE7E-4542430B0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30E0A8C1-442D-2C40-24ED-1E19160797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669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0A5D-1ADD-3EC0-7D34-B8642E2A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C16BE7-6AAF-0944-7C9A-1B6040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ED179B-CBDD-E9FC-C26B-66000AB08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B40047-BA13-502C-17B4-7190E3AEB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28121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1CF54406-D1D4-1B90-D6CA-029A35BD5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6F9FE9AF-0439-2FA1-D31B-B8EC5A2FA7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8EE195D-DD64-EF7C-D5A1-BB675BFF9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311089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D713CEB-9DC0-D65F-28F8-0C2D60836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21623570-21F3-0416-C31C-FC7621C236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AE6504AE-C2C1-2FE9-138D-8CF6B3186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6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huggingface.co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sv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g"/><Relationship Id="rId3" Type="http://schemas.openxmlformats.org/officeDocument/2006/relationships/image" Target="../media/image17.jp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jpg"/><Relationship Id="rId4" Type="http://schemas.openxmlformats.org/officeDocument/2006/relationships/hyperlink" Target="https://www.asustor.com/ko/solution/what_is_docker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jpg"/><Relationship Id="rId4" Type="http://schemas.openxmlformats.org/officeDocument/2006/relationships/image" Target="../media/image2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features/codespaces" TargetMode="External"/><Relationship Id="rId4" Type="http://schemas.openxmlformats.org/officeDocument/2006/relationships/image" Target="../media/image39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46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5" Type="http://schemas.openxmlformats.org/officeDocument/2006/relationships/hyperlink" Target="https://steemit.com/dag/@cryptodreamers/dag-dag-directed-acyclic-graph" TargetMode="External"/><Relationship Id="rId4" Type="http://schemas.openxmlformats.org/officeDocument/2006/relationships/image" Target="../media/image47.png"/><Relationship Id="rId9" Type="http://schemas.openxmlformats.org/officeDocument/2006/relationships/hyperlink" Target="https://en.wikipedia.org/wiki/Edge_(graph_theory)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1.png"/><Relationship Id="rId5" Type="http://schemas.openxmlformats.org/officeDocument/2006/relationships/hyperlink" Target="https://github.com/ancestor9/airflow" TargetMode="External"/><Relationship Id="rId4" Type="http://schemas.openxmlformats.org/officeDocument/2006/relationships/image" Target="../media/image8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3.png"/><Relationship Id="rId4" Type="http://schemas.openxmlformats.org/officeDocument/2006/relationships/image" Target="../media/image8.sv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4.png"/><Relationship Id="rId4" Type="http://schemas.openxmlformats.org/officeDocument/2006/relationships/image" Target="../media/image8.sv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8.sv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7.png"/><Relationship Id="rId4" Type="http://schemas.openxmlformats.org/officeDocument/2006/relationships/image" Target="../media/image8.sv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8.png"/><Relationship Id="rId4" Type="http://schemas.openxmlformats.org/officeDocument/2006/relationships/image" Target="../media/image8.sv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9.png"/><Relationship Id="rId4" Type="http://schemas.openxmlformats.org/officeDocument/2006/relationships/image" Target="../media/image8.sv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png"/><Relationship Id="rId4" Type="http://schemas.openxmlformats.org/officeDocument/2006/relationships/image" Target="../media/image8.sv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471D64-9C97-1D3F-7DF8-37462ECE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135419"/>
              </p:ext>
            </p:extLst>
          </p:nvPr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13299" y="1802604"/>
            <a:ext cx="6861610" cy="4200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Apacher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Airflow Exercise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+ 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F2216-E6DD-C354-8DE6-CD397973A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6695B-1906-1CDF-ED81-479E0F93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git &amp; Install GitHub Desktop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74C4D4D-DEB1-B216-B574-1455BD02CA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691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"/>
          <p:cNvSpPr txBox="1">
            <a:spLocks noGrp="1"/>
          </p:cNvSpPr>
          <p:nvPr>
            <p:ph type="body" idx="1"/>
          </p:nvPr>
        </p:nvSpPr>
        <p:spPr>
          <a:xfrm>
            <a:off x="1006159" y="1727911"/>
            <a:ext cx="10353761" cy="449091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Introduction of Docker</a:t>
            </a: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Docker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용어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개념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Mechanism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Docker와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가상머신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(VM)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ADF75F1B-9C09-4659-7714-4F43B524E9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56311E5-7256-D3E9-E789-358C2B19F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2E4FE6-88CB-4B28-45F1-11126F9C1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41844785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Why SW Virtualization ?</a:t>
            </a:r>
            <a:endParaRPr dirty="0"/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623325" y="36109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4" name="Google Shape;213;p6">
            <a:extLst>
              <a:ext uri="{FF2B5EF4-FFF2-40B4-BE49-F238E27FC236}">
                <a16:creationId xmlns:a16="http://schemas.microsoft.com/office/drawing/2014/main" id="{4E1A47E9-35C4-0260-A6A3-BF25DA21BECC}"/>
              </a:ext>
            </a:extLst>
          </p:cNvPr>
          <p:cNvSpPr txBox="1"/>
          <p:nvPr/>
        </p:nvSpPr>
        <p:spPr>
          <a:xfrm>
            <a:off x="623325" y="1329631"/>
            <a:ext cx="1093470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SzPts val="1600"/>
              <a:buFont typeface="Noto Sans Symbols"/>
              <a:buChar char="❖"/>
            </a:pPr>
            <a:r>
              <a:rPr lang="ko-KR" altLang="en-US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가상화란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컴퓨터 자원을 가상 환경으로 분리하여 프로그램들이 상호 충돌없이 실행 가능하도록 하는 아키텍처 기술</a:t>
            </a:r>
          </a:p>
        </p:txBody>
      </p:sp>
      <p:pic>
        <p:nvPicPr>
          <p:cNvPr id="1028" name="Picture 4" descr="가상화 개념(Virtualization)">
            <a:extLst>
              <a:ext uri="{FF2B5EF4-FFF2-40B4-BE49-F238E27FC236}">
                <a16:creationId xmlns:a16="http://schemas.microsoft.com/office/drawing/2014/main" id="{ECB0EA80-DE4C-4F7E-866E-8F39DDAC6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7469" y="2455014"/>
            <a:ext cx="7336341" cy="3581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8F8258D-1789-8DC2-DCB6-50152FCFE3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99704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5374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7727" y="2248469"/>
            <a:ext cx="6735855" cy="3970354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19"/>
          <p:cNvSpPr txBox="1"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Docker container 구조</a:t>
            </a:r>
            <a:endParaRPr/>
          </a:p>
        </p:txBody>
      </p:sp>
      <p:sp>
        <p:nvSpPr>
          <p:cNvPr id="341" name="Google Shape;341;p19"/>
          <p:cNvSpPr txBox="1"/>
          <p:nvPr/>
        </p:nvSpPr>
        <p:spPr>
          <a:xfrm>
            <a:off x="546846" y="1150229"/>
            <a:ext cx="1141576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▪"/>
            </a:pP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It's important to know how Docker builds and stores </a:t>
            </a:r>
            <a:r>
              <a:rPr lang="en-US" sz="1800" b="1" dirty="0">
                <a:latin typeface="Sorts Mill Goudy"/>
                <a:ea typeface="Sorts Mill Goudy"/>
                <a:cs typeface="Sorts Mill Goudy"/>
                <a:sym typeface="Sorts Mill Goudy"/>
              </a:rPr>
              <a:t>images(R/O)</a:t>
            </a: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, and how these images are used by </a:t>
            </a:r>
            <a:r>
              <a:rPr lang="en-US" sz="1800" b="1" dirty="0">
                <a:latin typeface="Sorts Mill Goudy"/>
                <a:ea typeface="Sorts Mill Goudy"/>
                <a:cs typeface="Sorts Mill Goudy"/>
                <a:sym typeface="Sorts Mill Goudy"/>
              </a:rPr>
              <a:t>containers(R/W)</a:t>
            </a: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.</a:t>
            </a:r>
            <a:endParaRPr dirty="0"/>
          </a:p>
        </p:txBody>
      </p:sp>
      <p:sp>
        <p:nvSpPr>
          <p:cNvPr id="342" name="Google Shape;342;p19"/>
          <p:cNvSpPr txBox="1"/>
          <p:nvPr/>
        </p:nvSpPr>
        <p:spPr>
          <a:xfrm>
            <a:off x="1807727" y="6367708"/>
            <a:ext cx="609442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u="sng" dirty="0">
                <a:latin typeface="Sorts Mill Goudy"/>
                <a:ea typeface="Sorts Mill Goudy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400" b="1" dirty="0"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 sz="1400" dirty="0"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43" name="Google Shape;343;p19"/>
          <p:cNvSpPr/>
          <p:nvPr/>
        </p:nvSpPr>
        <p:spPr>
          <a:xfrm>
            <a:off x="7902156" y="2386860"/>
            <a:ext cx="2205318" cy="37292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22500"/>
                </a:moveTo>
                <a:lnTo>
                  <a:pt x="-20000" y="22500"/>
                </a:lnTo>
                <a:lnTo>
                  <a:pt x="-60667" y="135406"/>
                </a:lnTo>
              </a:path>
            </a:pathLst>
          </a:custGeom>
          <a:solidFill>
            <a:srgbClr val="A5A5A5"/>
          </a:solidFill>
          <a:ln w="15875" cap="rnd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Read/Write</a:t>
            </a:r>
            <a:endParaRPr sz="1800" b="1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7902156" y="4132720"/>
            <a:ext cx="2205318" cy="37292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22500"/>
                </a:moveTo>
                <a:lnTo>
                  <a:pt x="-20000" y="22500"/>
                </a:lnTo>
                <a:lnTo>
                  <a:pt x="-58103" y="126306"/>
                </a:lnTo>
              </a:path>
            </a:pathLst>
          </a:custGeom>
          <a:solidFill>
            <a:srgbClr val="A5A5A5"/>
          </a:solidFill>
          <a:ln w="15875" cap="rnd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 Only</a:t>
            </a:r>
            <a:endParaRPr sz="1800" b="1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EBE72D6-5A77-17C5-7742-ECB0E154DA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82B21F8-E3B2-3124-A7A1-C89690B27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A00BA074-3502-A522-021F-D1C1E6C7374A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56D100-5BEC-9993-1A67-E434265B0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2AA199-28E0-B14F-DEED-0EE84441D7EC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FB85617-8D65-CFCC-4E60-C68C0F058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0CBC270-DE05-B744-01FB-A2D0B7430A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C136962-B185-113F-7111-AD30BA2DF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EFFB77EC-771C-9693-5CD4-747A793DA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084B57-1518-C030-9A46-85E14429F4BC}"/>
              </a:ext>
            </a:extLst>
          </p:cNvPr>
          <p:cNvSpPr txBox="1"/>
          <p:nvPr/>
        </p:nvSpPr>
        <p:spPr>
          <a:xfrm>
            <a:off x="591620" y="1248422"/>
            <a:ext cx="7141699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 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다운받아 설치하고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ancestor9/airflow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예제 파일을 다운받아 실행하라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815F84-D84F-A6FF-BCA5-F46BEFF02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8576" y="2243155"/>
            <a:ext cx="5265730" cy="40574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5181995-1AEE-9814-0B77-F80417A123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070" y="2243155"/>
            <a:ext cx="5598144" cy="406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437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D114F1A3-7FD9-4CD7-D124-86B066934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9E044FE-C029-FAE9-2AF6-6D0F13A435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A5FD614-7D19-4E06-70FE-4B216BC99C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D115681C-6C6E-519E-05DA-47177C1FB0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02E183B-E179-35E6-6BB4-65CDCF5954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849" y="1594600"/>
            <a:ext cx="9132176" cy="413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8088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154D4F98-7B14-E45D-4E7C-1699C037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C1CEDB2-DDE5-3C76-20D9-7E9153D324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DF4F528-E47A-9EE0-29D3-FDF3C05BDA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4F52D6A3-6476-4F2B-7D11-A877E2EBD2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16828E-3DD2-CA13-6571-6A16A05F5B61}"/>
              </a:ext>
            </a:extLst>
          </p:cNvPr>
          <p:cNvSpPr txBox="1"/>
          <p:nvPr/>
        </p:nvSpPr>
        <p:spPr>
          <a:xfrm>
            <a:off x="591620" y="1193018"/>
            <a:ext cx="10589141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compose.yaml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/, .env </a:t>
            </a:r>
            <a:r>
              <a:rPr lang="ko-KR" altLang="en-US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등의 파일 구조가 준비하고 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 compose up –d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명령어로 파일에 정의된 모든 컨테이너를 백그라운드에서 일괄 실행한 후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 server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링크를 클릭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6D0859F-BDD4-E2D2-6CDD-28257E92B7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803" y="2107418"/>
            <a:ext cx="11086693" cy="408383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AE516C0-43BC-466E-4538-E3B3E28C8B05}"/>
              </a:ext>
            </a:extLst>
          </p:cNvPr>
          <p:cNvSpPr/>
          <p:nvPr/>
        </p:nvSpPr>
        <p:spPr>
          <a:xfrm>
            <a:off x="475645" y="2107418"/>
            <a:ext cx="6029930" cy="2121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36B7FEE-CBBA-0534-DD97-9720F78F18CE}"/>
              </a:ext>
            </a:extLst>
          </p:cNvPr>
          <p:cNvSpPr/>
          <p:nvPr/>
        </p:nvSpPr>
        <p:spPr>
          <a:xfrm>
            <a:off x="475645" y="245984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CB32D64-AAB8-203A-C304-B8754BC781B9}"/>
              </a:ext>
            </a:extLst>
          </p:cNvPr>
          <p:cNvSpPr/>
          <p:nvPr/>
        </p:nvSpPr>
        <p:spPr>
          <a:xfrm>
            <a:off x="504220" y="529829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생각 풍선: 구름 모양 19">
            <a:extLst>
              <a:ext uri="{FF2B5EF4-FFF2-40B4-BE49-F238E27FC236}">
                <a16:creationId xmlns:a16="http://schemas.microsoft.com/office/drawing/2014/main" id="{647A63BC-8C72-0831-6324-0669FA2AFF6A}"/>
              </a:ext>
            </a:extLst>
          </p:cNvPr>
          <p:cNvSpPr/>
          <p:nvPr/>
        </p:nvSpPr>
        <p:spPr>
          <a:xfrm>
            <a:off x="7534358" y="5120884"/>
            <a:ext cx="1419225" cy="590550"/>
          </a:xfrm>
          <a:prstGeom prst="cloudCallout">
            <a:avLst>
              <a:gd name="adj1" fmla="val -74524"/>
              <a:gd name="adj2" fmla="val 754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68131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3F618E1-4F42-80A6-1C43-613C974B1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750F871-E723-18FB-61DF-9DE2A5EC5D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FD51FD-E59B-5472-8E40-329270F7A55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F2965D79-986D-DFFB-FBB2-905FEA6E25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95948A1-EB88-635F-C2C6-8D2A89B902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60" y="1538974"/>
            <a:ext cx="5624044" cy="45284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9F0DAC-3989-692C-83E2-04F76A8BA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8278" y="2520057"/>
            <a:ext cx="8046068" cy="38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0454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964CBAA-72ED-007A-155F-49094084D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277B65B-1CF0-22C3-FF2D-D61A804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8C7AA76-A636-A5CF-0346-1535A6F44F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4239A88-B369-8444-AADB-DDDDE9AF4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D4F7410-0379-EB03-22E6-5DFDB8AF87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934" y="1472285"/>
            <a:ext cx="9262616" cy="511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51830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95BBF43E-1B19-9A93-5E6D-DF41955A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5BC41C0-6B51-E378-A47A-3DEDAC11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4D8B585-267A-CEBC-6214-D42CE17A09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C2D7C29-1AA7-6D74-928B-8EE3FF27EF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57324B4-47D7-C4AC-DE61-859A0EDFAC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450" y="1381388"/>
            <a:ext cx="9028297" cy="499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3079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C7F9-B026-8955-6B75-7620DAEA4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C5FE9-92EC-0A83-41EE-3A4F83C42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4789684-9C5F-4555-0AF7-2A64A3BC57D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40AF7-ACDE-D7B9-1122-9BC7F6C3E52F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code agent</a:t>
            </a:r>
          </a:p>
        </p:txBody>
      </p:sp>
    </p:spTree>
    <p:extLst>
      <p:ext uri="{BB962C8B-B14F-4D97-AF65-F5344CB8AC3E}">
        <p14:creationId xmlns:p14="http://schemas.microsoft.com/office/powerpoint/2010/main" val="169991603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CC790E4-E527-233C-1627-584E612BE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D60D4B1-2808-E0A2-D7F4-1B94B8A750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58047B5-BE33-13D4-0F42-4C22076FB73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4E2666D-8BEF-C7A1-C80A-5F84ED6F0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C0CD91-65FE-7FE2-DF5D-40D2B94221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5642" y="1288330"/>
            <a:ext cx="6073666" cy="527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083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B4692720-7E30-E23C-FADC-042BC58E8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CAF1F18-D3DB-DD5E-AAC0-DB84A0DA84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Prompts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541F1B-1BD9-1DAD-A98B-8E518160869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8E6C2AFC-343E-B42C-EDB7-328DB0659D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70F5205-E54E-18E4-3ADC-AAB510B50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929" y="1356475"/>
            <a:ext cx="8215313" cy="523875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7846DFA-67B3-7847-B910-04ED35E6CFE3}"/>
              </a:ext>
            </a:extLst>
          </p:cNvPr>
          <p:cNvSpPr/>
          <p:nvPr/>
        </p:nvSpPr>
        <p:spPr>
          <a:xfrm>
            <a:off x="1285875" y="2828925"/>
            <a:ext cx="3857625" cy="15906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7064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 MCP + prompt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AI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18483</TotalTime>
  <Words>3827</Words>
  <Application>Microsoft Office PowerPoint</Application>
  <PresentationFormat>와이드스크린</PresentationFormat>
  <Paragraphs>706</Paragraphs>
  <Slides>74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74</vt:i4>
      </vt:variant>
    </vt:vector>
  </HeadingPairs>
  <TitlesOfParts>
    <vt:vector size="83" baseType="lpstr">
      <vt:lpstr>D2Coding</vt:lpstr>
      <vt:lpstr>Noto Sans Symbols</vt:lpstr>
      <vt:lpstr>Sorts Mill Goudy</vt:lpstr>
      <vt:lpstr>맑은 고딕</vt:lpstr>
      <vt:lpstr>Batang</vt:lpstr>
      <vt:lpstr>Arial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Install git &amp; Install GitHub Desktop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PowerPoint 프레젠테이션</vt:lpstr>
      <vt:lpstr>Why SW Virtualization ?</vt:lpstr>
      <vt:lpstr>사진기로 사진찍고 인화하기 </vt:lpstr>
      <vt:lpstr>가상화(Virtualizaion)</vt:lpstr>
      <vt:lpstr>가상화(Virtualizaion) 종류</vt:lpstr>
      <vt:lpstr>Traditional Installation before docker</vt:lpstr>
      <vt:lpstr>1. Virtual Machine (Linux)</vt:lpstr>
      <vt:lpstr>2. Docker</vt:lpstr>
      <vt:lpstr>Docker</vt:lpstr>
      <vt:lpstr>Container</vt:lpstr>
      <vt:lpstr>Docker 설치(WSL)</vt:lpstr>
      <vt:lpstr>PowerPoint 프레젠테이션</vt:lpstr>
      <vt:lpstr>Windows PowerShell</vt:lpstr>
      <vt:lpstr>WSL2 Installation</vt:lpstr>
      <vt:lpstr>Docker container 구조</vt:lpstr>
      <vt:lpstr>실습하기</vt:lpstr>
      <vt:lpstr>PowerPoint 프레젠테이션</vt:lpstr>
      <vt:lpstr>PowerPoint 프레젠테이션</vt:lpstr>
      <vt:lpstr>PowerPoint 프레젠테이션</vt:lpstr>
      <vt:lpstr>Github Codespaces 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Cline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251</cp:revision>
  <dcterms:created xsi:type="dcterms:W3CDTF">2026-04-06T01:00:39Z</dcterms:created>
  <dcterms:modified xsi:type="dcterms:W3CDTF">2026-08-25T12:01:54Z</dcterms:modified>
  <cp:version/>
</cp:coreProperties>
</file>