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0"/>
  </p:notesMasterIdLst>
  <p:handoutMasterIdLst>
    <p:handoutMasterId r:id="rId101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76" r:id="rId62"/>
    <p:sldId id="1277" r:id="rId63"/>
    <p:sldId id="1281" r:id="rId64"/>
    <p:sldId id="1282" r:id="rId65"/>
    <p:sldId id="1311" r:id="rId66"/>
    <p:sldId id="1308" r:id="rId67"/>
    <p:sldId id="1156" r:id="rId68"/>
    <p:sldId id="1157" r:id="rId69"/>
    <p:sldId id="1256" r:id="rId70"/>
    <p:sldId id="1309" r:id="rId71"/>
    <p:sldId id="1310" r:id="rId72"/>
    <p:sldId id="1263" r:id="rId73"/>
    <p:sldId id="1254" r:id="rId74"/>
    <p:sldId id="1304" r:id="rId75"/>
    <p:sldId id="1305" r:id="rId76"/>
    <p:sldId id="1255" r:id="rId77"/>
    <p:sldId id="1261" r:id="rId78"/>
    <p:sldId id="1312" r:id="rId79"/>
    <p:sldId id="1262" r:id="rId80"/>
    <p:sldId id="1257" r:id="rId81"/>
    <p:sldId id="1259" r:id="rId82"/>
    <p:sldId id="1258" r:id="rId83"/>
    <p:sldId id="1260" r:id="rId84"/>
    <p:sldId id="1306" r:id="rId85"/>
    <p:sldId id="1307" r:id="rId86"/>
    <p:sldId id="1252" r:id="rId87"/>
    <p:sldId id="1266" r:id="rId88"/>
    <p:sldId id="1253" r:id="rId89"/>
    <p:sldId id="1264" r:id="rId90"/>
    <p:sldId id="1279" r:id="rId91"/>
    <p:sldId id="1280" r:id="rId92"/>
    <p:sldId id="1250" r:id="rId93"/>
    <p:sldId id="1240" r:id="rId94"/>
    <p:sldId id="1145" r:id="rId95"/>
    <p:sldId id="1251" r:id="rId96"/>
    <p:sldId id="1138" r:id="rId97"/>
    <p:sldId id="1143" r:id="rId98"/>
    <p:sldId id="1139" r:id="rId9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311"/>
            <p14:sldId id="1308"/>
            <p14:sldId id="1156"/>
            <p14:sldId id="1157"/>
            <p14:sldId id="1256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06"/>
            <p14:sldId id="1307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500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commentAuthors" Target="commentAuthor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notesMaster" Target="notesMasters/notesMaster1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95C3-D9E0-71A5-34D2-F665198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CB6233-8EF4-19C2-36D1-42A49C225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54F18A-437C-B1A3-74F3-5B141D836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9E1B5-2CBB-7870-10EF-F23ECDA39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8815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XNIteL16Z0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47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svg"/><Relationship Id="rId5" Type="http://schemas.openxmlformats.org/officeDocument/2006/relationships/hyperlink" Target="https://ngrok.com/download/windows" TargetMode="External"/><Relationship Id="rId4" Type="http://schemas.openxmlformats.org/officeDocument/2006/relationships/image" Target="../media/image45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0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3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6.png"/><Relationship Id="rId4" Type="http://schemas.openxmlformats.org/officeDocument/2006/relationships/hyperlink" Target="https://word2vec.kr/search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sv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tree/main/n8n" TargetMode="Externa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73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option)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43395"/>
            <a:ext cx="6992178" cy="4529428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C46B22C-1AC1-1249-D0F6-971713DF5788}"/>
              </a:ext>
            </a:extLst>
          </p:cNvPr>
          <p:cNvGrpSpPr/>
          <p:nvPr/>
        </p:nvGrpSpPr>
        <p:grpSpPr>
          <a:xfrm>
            <a:off x="627822" y="1310078"/>
            <a:ext cx="4819727" cy="578528"/>
            <a:chOff x="5275619" y="3041249"/>
            <a:chExt cx="5325706" cy="77790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09D063-82C9-B796-921E-CBB86D737258}"/>
                </a:ext>
              </a:extLst>
            </p:cNvPr>
            <p:cNvSpPr txBox="1"/>
            <p:nvPr/>
          </p:nvSpPr>
          <p:spPr>
            <a:xfrm>
              <a:off x="6916381" y="3217618"/>
              <a:ext cx="33650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385EBC7-6C86-3B7C-89E8-F3BC32E28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CEC5AA6-2F83-A411-4376-BD05DB3606B3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D190BDB-CC07-F0FA-FC4C-B094AF3824F4}"/>
              </a:ext>
            </a:extLst>
          </p:cNvPr>
          <p:cNvSpPr txBox="1"/>
          <p:nvPr/>
        </p:nvSpPr>
        <p:spPr>
          <a:xfrm>
            <a:off x="618586" y="1886822"/>
            <a:ext cx="250330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등록하기</a:t>
            </a:r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716D9A-7378-EA5E-D019-AF4A77E33F64}"/>
              </a:ext>
            </a:extLst>
          </p:cNvPr>
          <p:cNvSpPr/>
          <p:nvPr/>
        </p:nvSpPr>
        <p:spPr>
          <a:xfrm>
            <a:off x="4103211" y="4528353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7E9CD2-1E32-F392-0460-56D627E32106}"/>
              </a:ext>
            </a:extLst>
          </p:cNvPr>
          <p:cNvSpPr/>
          <p:nvPr/>
        </p:nvSpPr>
        <p:spPr>
          <a:xfrm>
            <a:off x="4103211" y="5178136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17291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9F70A-B0DA-03EA-6E71-82EF4615EFFB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515D7-1057-DC67-D01E-9A6E591D271D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E57D0-79B6-9179-B886-25C9A1E2032C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33A4415-D73D-150F-4E22-8595F5CAC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A56FC32-9008-0D94-4F85-B66F22FDF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70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71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159C8-AA5B-CBBA-203A-8626C6A1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DD2ED-9AFB-69AA-4D74-9AC470579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for me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FB04A64-894A-D03C-3B26-67651C5B772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A9CBA981-4433-CA12-E7E3-B7D3B09DCF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570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754D-B7CC-BA5B-9E06-5ABF07A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0C7D61-655B-0136-01EA-DE5A254FBDC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50AC12-6E44-7F44-38A2-0E10AF5CE3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D08872-95EC-FC1B-AC7F-974A2E20ACDB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10292-B91C-93A9-E9DC-F0C6EA13E754}"/>
              </a:ext>
            </a:extLst>
          </p:cNvPr>
          <p:cNvSpPr txBox="1"/>
          <p:nvPr/>
        </p:nvSpPr>
        <p:spPr>
          <a:xfrm>
            <a:off x="553056" y="1248422"/>
            <a:ext cx="1116329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이순신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장군에 대한 내용을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변경하고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저장한 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누구인지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해보자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7615D8D-823C-DA00-C4AF-2D7A93450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Fake RAG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4B14C7-180A-07AB-4ED9-8142E78FD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2662521"/>
            <a:ext cx="6456108" cy="15329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47D74D-331F-06D5-97D5-EEC1C7513A85}"/>
              </a:ext>
            </a:extLst>
          </p:cNvPr>
          <p:cNvSpPr txBox="1"/>
          <p:nvPr/>
        </p:nvSpPr>
        <p:spPr>
          <a:xfrm>
            <a:off x="8167238" y="2905780"/>
            <a:ext cx="33813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5954384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19394</TotalTime>
  <Words>2795</Words>
  <Application>Microsoft Office PowerPoint</Application>
  <PresentationFormat>와이드스크린</PresentationFormat>
  <Paragraphs>543</Paragraphs>
  <Slides>98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98</vt:i4>
      </vt:variant>
    </vt:vector>
  </HeadingPairs>
  <TitlesOfParts>
    <vt:vector size="110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 for me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264</cp:revision>
  <dcterms:created xsi:type="dcterms:W3CDTF">2026-04-06T01:00:39Z</dcterms:created>
  <dcterms:modified xsi:type="dcterms:W3CDTF">2026-09-21T04:55:40Z</dcterms:modified>
  <cp:version/>
</cp:coreProperties>
</file>