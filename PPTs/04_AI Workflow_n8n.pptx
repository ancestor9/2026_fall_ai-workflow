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9"/>
  </p:notesMasterIdLst>
  <p:handoutMasterIdLst>
    <p:handoutMasterId r:id="rId100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311" r:id="rId65"/>
    <p:sldId id="1308" r:id="rId66"/>
    <p:sldId id="1156" r:id="rId67"/>
    <p:sldId id="1157" r:id="rId68"/>
    <p:sldId id="1256" r:id="rId69"/>
    <p:sldId id="1309" r:id="rId70"/>
    <p:sldId id="1310" r:id="rId71"/>
    <p:sldId id="1263" r:id="rId72"/>
    <p:sldId id="1254" r:id="rId73"/>
    <p:sldId id="1304" r:id="rId74"/>
    <p:sldId id="1305" r:id="rId75"/>
    <p:sldId id="1255" r:id="rId76"/>
    <p:sldId id="1261" r:id="rId77"/>
    <p:sldId id="1312" r:id="rId78"/>
    <p:sldId id="1262" r:id="rId79"/>
    <p:sldId id="1257" r:id="rId80"/>
    <p:sldId id="1259" r:id="rId81"/>
    <p:sldId id="1258" r:id="rId82"/>
    <p:sldId id="1260" r:id="rId83"/>
    <p:sldId id="1306" r:id="rId84"/>
    <p:sldId id="1307" r:id="rId85"/>
    <p:sldId id="1252" r:id="rId86"/>
    <p:sldId id="1266" r:id="rId87"/>
    <p:sldId id="1253" r:id="rId88"/>
    <p:sldId id="1264" r:id="rId89"/>
    <p:sldId id="1279" r:id="rId90"/>
    <p:sldId id="1280" r:id="rId91"/>
    <p:sldId id="1250" r:id="rId92"/>
    <p:sldId id="1240" r:id="rId93"/>
    <p:sldId id="1145" r:id="rId94"/>
    <p:sldId id="1251" r:id="rId95"/>
    <p:sldId id="1138" r:id="rId96"/>
    <p:sldId id="1143" r:id="rId97"/>
    <p:sldId id="1139" r:id="rId9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56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3.png"/><Relationship Id="rId4" Type="http://schemas.openxmlformats.org/officeDocument/2006/relationships/hyperlink" Target="https://word2vec.kr/search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3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26.sv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9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2.sv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6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65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1032346" y="1845584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18965</TotalTime>
  <Words>2784</Words>
  <Application>Microsoft Office PowerPoint</Application>
  <PresentationFormat>와이드스크린</PresentationFormat>
  <Paragraphs>540</Paragraphs>
  <Slides>97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97</vt:i4>
      </vt:variant>
    </vt:vector>
  </HeadingPairs>
  <TitlesOfParts>
    <vt:vector size="109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259</cp:revision>
  <dcterms:created xsi:type="dcterms:W3CDTF">2026-04-06T01:00:39Z</dcterms:created>
  <dcterms:modified xsi:type="dcterms:W3CDTF">2026-09-16T11:44:30Z</dcterms:modified>
  <cp:version/>
</cp:coreProperties>
</file>