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9"/>
  </p:notesMasterIdLst>
  <p:handoutMasterIdLst>
    <p:handoutMasterId r:id="rId80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283" r:id="rId20"/>
    <p:sldId id="1301" r:id="rId21"/>
    <p:sldId id="1302" r:id="rId22"/>
    <p:sldId id="1278" r:id="rId23"/>
    <p:sldId id="1290" r:id="rId24"/>
    <p:sldId id="1303" r:id="rId25"/>
    <p:sldId id="1263" r:id="rId26"/>
    <p:sldId id="1306" r:id="rId27"/>
    <p:sldId id="1307" r:id="rId28"/>
    <p:sldId id="1305" r:id="rId29"/>
    <p:sldId id="1265" r:id="rId30"/>
    <p:sldId id="1266" r:id="rId31"/>
    <p:sldId id="1268" r:id="rId32"/>
    <p:sldId id="1267" r:id="rId33"/>
    <p:sldId id="1269" r:id="rId34"/>
    <p:sldId id="1277" r:id="rId35"/>
    <p:sldId id="258" r:id="rId36"/>
    <p:sldId id="1271" r:id="rId37"/>
    <p:sldId id="259" r:id="rId38"/>
    <p:sldId id="260" r:id="rId39"/>
    <p:sldId id="353" r:id="rId40"/>
    <p:sldId id="354" r:id="rId41"/>
    <p:sldId id="262" r:id="rId42"/>
    <p:sldId id="1317" r:id="rId43"/>
    <p:sldId id="263" r:id="rId44"/>
    <p:sldId id="1318" r:id="rId45"/>
    <p:sldId id="1319" r:id="rId46"/>
    <p:sldId id="264" r:id="rId47"/>
    <p:sldId id="267" r:id="rId48"/>
    <p:sldId id="268" r:id="rId49"/>
    <p:sldId id="265" r:id="rId50"/>
    <p:sldId id="1275" r:id="rId51"/>
    <p:sldId id="266" r:id="rId52"/>
    <p:sldId id="269" r:id="rId53"/>
    <p:sldId id="274" r:id="rId54"/>
    <p:sldId id="277" r:id="rId55"/>
    <p:sldId id="1276" r:id="rId56"/>
    <p:sldId id="1273" r:id="rId57"/>
    <p:sldId id="1274" r:id="rId58"/>
    <p:sldId id="1304" r:id="rId59"/>
    <p:sldId id="1272" r:id="rId60"/>
    <p:sldId id="1279" r:id="rId61"/>
    <p:sldId id="1292" r:id="rId62"/>
    <p:sldId id="1285" r:id="rId63"/>
    <p:sldId id="1293" r:id="rId64"/>
    <p:sldId id="285" r:id="rId65"/>
    <p:sldId id="286" r:id="rId66"/>
    <p:sldId id="287" r:id="rId67"/>
    <p:sldId id="288" r:id="rId68"/>
    <p:sldId id="1308" r:id="rId69"/>
    <p:sldId id="1309" r:id="rId70"/>
    <p:sldId id="1310" r:id="rId71"/>
    <p:sldId id="1311" r:id="rId72"/>
    <p:sldId id="1312" r:id="rId73"/>
    <p:sldId id="1313" r:id="rId74"/>
    <p:sldId id="1314" r:id="rId75"/>
    <p:sldId id="1315" r:id="rId76"/>
    <p:sldId id="1316" r:id="rId77"/>
    <p:sldId id="1255" r:id="rId7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283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277"/>
            <p14:sldId id="258"/>
            <p14:sldId id="1271"/>
            <p14:sldId id="259"/>
            <p14:sldId id="260"/>
            <p14:sldId id="353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265"/>
            <p14:sldId id="1275"/>
            <p14:sldId id="266"/>
            <p14:sldId id="269"/>
            <p14:sldId id="274"/>
            <p14:sldId id="277"/>
            <p14:sldId id="1276"/>
            <p14:sldId id="1273"/>
            <p14:sldId id="1274"/>
            <p14:sldId id="1304"/>
            <p14:sldId id="1272"/>
            <p14:sldId id="1279"/>
            <p14:sldId id="1292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14"/>
            <p14:sldId id="1315"/>
            <p14:sldId id="1316"/>
            <p14:sldId id="12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handoutMaster" Target="handoutMasters/handout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169" name="Google Shape;16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jpg"/><Relationship Id="rId4" Type="http://schemas.openxmlformats.org/officeDocument/2006/relationships/hyperlink" Target="https://www.asustor.com/ko/solution/what_is_docker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46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47.png"/><Relationship Id="rId9" Type="http://schemas.openxmlformats.org/officeDocument/2006/relationships/hyperlink" Target="https://en.wikipedia.org/wiki/Edge_(graph_theory)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hyperlink" Target="https://github.com/ancestor9/airflow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7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13299" y="1802604"/>
            <a:ext cx="6861610" cy="4200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"/>
          <p:cNvSpPr txBox="1">
            <a:spLocks noGrp="1"/>
          </p:cNvSpPr>
          <p:nvPr>
            <p:ph type="body" idx="1"/>
          </p:nvPr>
        </p:nvSpPr>
        <p:spPr>
          <a:xfrm>
            <a:off x="1006159" y="1727911"/>
            <a:ext cx="10353761" cy="449091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of Docker</a:t>
            </a: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Docker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용어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Mechanism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Docker와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가상머신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(VM)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DF75F1B-9C09-4659-7714-4F43B524E9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Why SW Virtualization ?</a:t>
            </a:r>
            <a:endParaRPr dirty="0"/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(Virtualization)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087" y="2455014"/>
            <a:ext cx="8279984" cy="4041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7727" y="2248469"/>
            <a:ext cx="6735855" cy="397035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9"/>
          <p:cNvSpPr txBox="1"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Docker container 구조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546846" y="1150229"/>
            <a:ext cx="1141576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</a:pP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It's important to know how Docker builds and stores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images(R/O)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, and how these images are used by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containers(R/W)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 dirty="0"/>
          </a:p>
        </p:txBody>
      </p:sp>
      <p:sp>
        <p:nvSpPr>
          <p:cNvPr id="342" name="Google Shape;342;p19"/>
          <p:cNvSpPr txBox="1"/>
          <p:nvPr/>
        </p:nvSpPr>
        <p:spPr>
          <a:xfrm>
            <a:off x="1807727" y="6367708"/>
            <a:ext cx="609442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u="sng" dirty="0">
                <a:latin typeface="Sorts Mill Goudy"/>
                <a:ea typeface="Sorts Mill Goudy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400" b="1" dirty="0"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1400" dirty="0"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7902156" y="238686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60667" y="1354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Read/Write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7902156" y="413272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58103" y="1263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 Only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EBE72D6-5A77-17C5-7742-ECB0E154DA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56D100-5BEC-9993-1A67-E434265B0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2AA199-28E0-B14F-DEED-0EE84441D7EC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18516</TotalTime>
  <Words>3935</Words>
  <Application>Microsoft Office PowerPoint</Application>
  <PresentationFormat>와이드스크린</PresentationFormat>
  <Paragraphs>755</Paragraphs>
  <Slides>77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77</vt:i4>
      </vt:variant>
    </vt:vector>
  </HeadingPairs>
  <TitlesOfParts>
    <vt:vector size="88" baseType="lpstr">
      <vt:lpstr>Noto Sans Symbols</vt:lpstr>
      <vt:lpstr>Malgun Gothic</vt:lpstr>
      <vt:lpstr>Malgun Gothic</vt:lpstr>
      <vt:lpstr>Batang</vt:lpstr>
      <vt:lpstr>Arial</vt:lpstr>
      <vt:lpstr>D2Coding</vt:lpstr>
      <vt:lpstr>Segoe UI</vt:lpstr>
      <vt:lpstr>Segoe UI Emoji</vt:lpstr>
      <vt:lpstr>Sorts Mill Goudy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Why SW Virtualization ?</vt:lpstr>
      <vt:lpstr>사진기로 사진찍고 인화하기 </vt:lpstr>
      <vt:lpstr>가상화(Virtualization)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Docker 설치(WSL)</vt:lpstr>
      <vt:lpstr>PowerPoint 프레젠테이션</vt:lpstr>
      <vt:lpstr>Windows PowerShell</vt:lpstr>
      <vt:lpstr>WSL2 Installation</vt:lpstr>
      <vt:lpstr>Docker container 구조</vt:lpstr>
      <vt:lpstr>실습하기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253</cp:revision>
  <dcterms:created xsi:type="dcterms:W3CDTF">2026-04-06T01:00:39Z</dcterms:created>
  <dcterms:modified xsi:type="dcterms:W3CDTF">2026-08-26T04:44:09Z</dcterms:modified>
  <cp:version/>
</cp:coreProperties>
</file>