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3"/>
  </p:notesMasterIdLst>
  <p:handoutMasterIdLst>
    <p:handoutMasterId r:id="rId104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81" r:id="rId62"/>
    <p:sldId id="1282" r:id="rId63"/>
    <p:sldId id="1276" r:id="rId64"/>
    <p:sldId id="1277" r:id="rId65"/>
    <p:sldId id="1318" r:id="rId66"/>
    <p:sldId id="1311" r:id="rId67"/>
    <p:sldId id="1308" r:id="rId68"/>
    <p:sldId id="1156" r:id="rId69"/>
    <p:sldId id="1157" r:id="rId70"/>
    <p:sldId id="1256" r:id="rId71"/>
    <p:sldId id="1314" r:id="rId72"/>
    <p:sldId id="1309" r:id="rId73"/>
    <p:sldId id="1310" r:id="rId74"/>
    <p:sldId id="1263" r:id="rId75"/>
    <p:sldId id="1254" r:id="rId76"/>
    <p:sldId id="1304" r:id="rId77"/>
    <p:sldId id="1305" r:id="rId78"/>
    <p:sldId id="1255" r:id="rId79"/>
    <p:sldId id="1261" r:id="rId80"/>
    <p:sldId id="1312" r:id="rId81"/>
    <p:sldId id="1262" r:id="rId82"/>
    <p:sldId id="1257" r:id="rId83"/>
    <p:sldId id="1259" r:id="rId84"/>
    <p:sldId id="1258" r:id="rId85"/>
    <p:sldId id="1260" r:id="rId86"/>
    <p:sldId id="1317" r:id="rId87"/>
    <p:sldId id="1315" r:id="rId88"/>
    <p:sldId id="1316" r:id="rId89"/>
    <p:sldId id="1252" r:id="rId90"/>
    <p:sldId id="1266" r:id="rId91"/>
    <p:sldId id="1253" r:id="rId92"/>
    <p:sldId id="1264" r:id="rId93"/>
    <p:sldId id="1279" r:id="rId94"/>
    <p:sldId id="1280" r:id="rId95"/>
    <p:sldId id="1250" r:id="rId96"/>
    <p:sldId id="1240" r:id="rId97"/>
    <p:sldId id="1145" r:id="rId98"/>
    <p:sldId id="1251" r:id="rId99"/>
    <p:sldId id="1138" r:id="rId100"/>
    <p:sldId id="1143" r:id="rId101"/>
    <p:sldId id="1139" r:id="rId10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81"/>
            <p14:sldId id="1282"/>
            <p14:sldId id="1276"/>
            <p14:sldId id="1277"/>
            <p14:sldId id="1318"/>
            <p14:sldId id="1311"/>
            <p14:sldId id="1308"/>
            <p14:sldId id="1156"/>
            <p14:sldId id="1157"/>
            <p14:sldId id="1256"/>
            <p14:sldId id="1314"/>
            <p14:sldId id="1309"/>
            <p14:sldId id="1310"/>
            <p14:sldId id="1263"/>
            <p14:sldId id="1254"/>
            <p14:sldId id="1304"/>
            <p14:sldId id="1305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17"/>
            <p14:sldId id="1315"/>
            <p14:sldId id="1316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1725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notesMaster" Target="notesMasters/notesMaster1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45F0-58B0-5964-B8B7-EDD38B8D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474EB7-66D8-38D9-7147-2601BD9046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C2EB95-1A43-9C6C-4930-1AFEC074C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AFBDEB-FB3A-8A2F-B290-471762C669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25995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XNIteL16Z0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4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8.svg"/><Relationship Id="rId11" Type="http://schemas.openxmlformats.org/officeDocument/2006/relationships/image" Target="../media/image52.svg"/><Relationship Id="rId5" Type="http://schemas.openxmlformats.org/officeDocument/2006/relationships/image" Target="../media/image47.png"/><Relationship Id="rId10" Type="http://schemas.openxmlformats.org/officeDocument/2006/relationships/image" Target="../media/image51.png"/><Relationship Id="rId4" Type="http://schemas.openxmlformats.org/officeDocument/2006/relationships/image" Target="../media/image15.svg"/><Relationship Id="rId9" Type="http://schemas.openxmlformats.org/officeDocument/2006/relationships/image" Target="../media/image50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6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2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6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6.png"/><Relationship Id="rId4" Type="http://schemas.openxmlformats.org/officeDocument/2006/relationships/hyperlink" Target="https://word2vec.kr/search/" TargetMode="Externa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3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9.sv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32.svg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5.sv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8.sv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2.sv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73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option)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43395"/>
            <a:ext cx="6992178" cy="4529428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C46B22C-1AC1-1249-D0F6-971713DF5788}"/>
              </a:ext>
            </a:extLst>
          </p:cNvPr>
          <p:cNvGrpSpPr/>
          <p:nvPr/>
        </p:nvGrpSpPr>
        <p:grpSpPr>
          <a:xfrm>
            <a:off x="627822" y="1310078"/>
            <a:ext cx="4819727" cy="578528"/>
            <a:chOff x="5275619" y="3041249"/>
            <a:chExt cx="5325706" cy="77790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09D063-82C9-B796-921E-CBB86D737258}"/>
                </a:ext>
              </a:extLst>
            </p:cNvPr>
            <p:cNvSpPr txBox="1"/>
            <p:nvPr/>
          </p:nvSpPr>
          <p:spPr>
            <a:xfrm>
              <a:off x="6916381" y="3217618"/>
              <a:ext cx="33650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385EBC7-6C86-3B7C-89E8-F3BC32E28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CEC5AA6-2F83-A411-4376-BD05DB3606B3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D190BDB-CC07-F0FA-FC4C-B094AF3824F4}"/>
              </a:ext>
            </a:extLst>
          </p:cNvPr>
          <p:cNvSpPr txBox="1"/>
          <p:nvPr/>
        </p:nvSpPr>
        <p:spPr>
          <a:xfrm>
            <a:off x="618586" y="1886822"/>
            <a:ext cx="250330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등록하기</a:t>
            </a:r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716D9A-7378-EA5E-D019-AF4A77E33F64}"/>
              </a:ext>
            </a:extLst>
          </p:cNvPr>
          <p:cNvSpPr/>
          <p:nvPr/>
        </p:nvSpPr>
        <p:spPr>
          <a:xfrm>
            <a:off x="4103211" y="4528353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7E9CD2-1E32-F392-0460-56D627E32106}"/>
              </a:ext>
            </a:extLst>
          </p:cNvPr>
          <p:cNvSpPr/>
          <p:nvPr/>
        </p:nvSpPr>
        <p:spPr>
          <a:xfrm>
            <a:off x="4103211" y="5178136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17291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481692" y="138877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54F415-D550-A81D-D960-4B8D5A7EF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775" y="1388771"/>
            <a:ext cx="7723306" cy="5181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406021A-D0BA-4DA5-C7B4-DD7CC73AE076}"/>
              </a:ext>
            </a:extLst>
          </p:cNvPr>
          <p:cNvSpPr/>
          <p:nvPr/>
        </p:nvSpPr>
        <p:spPr>
          <a:xfrm>
            <a:off x="3409950" y="1727326"/>
            <a:ext cx="5353050" cy="2358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97E2B-EBEA-9F7B-DD22-5226A2CB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FDA9B9-A8F2-FF26-CFCC-3301FF0BD4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0893E-FABB-550A-2E3E-B70968F45F8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CA81CF9-97F4-B59D-0F92-CED75D4B0E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9EE260-7D38-1FE1-1B7A-51FED0397518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96DCCC3-4A84-2821-E1E3-5B9131F37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757149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67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68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69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pdf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구글드라이브에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후 다운 받아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관련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D7DCB9C-E7DE-A2FA-BD4B-2E7B145A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70" y="2459704"/>
            <a:ext cx="6603501" cy="314987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BC2BE07-302D-2461-EEFC-B2DA6A37A3E4}"/>
              </a:ext>
            </a:extLst>
          </p:cNvPr>
          <p:cNvSpPr txBox="1"/>
          <p:nvPr/>
        </p:nvSpPr>
        <p:spPr>
          <a:xfrm>
            <a:off x="6180601" y="4716907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909726-101E-D2D6-69D1-4EBB12547D8B}"/>
              </a:ext>
            </a:extLst>
          </p:cNvPr>
          <p:cNvSpPr txBox="1"/>
          <p:nvPr/>
        </p:nvSpPr>
        <p:spPr>
          <a:xfrm>
            <a:off x="6180601" y="3049477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85CA-9D1E-9D75-FEDA-69CAEADFB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1F5E37-99A6-08E6-1016-6C9E298318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857435-D15E-8DDA-43FA-458F0DD263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19AF0-9BBE-5077-8802-A20E4E81A058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6534AC-9622-FBD1-91F3-D256F45D3523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029A1-D519-9BE0-2F22-E201FB38419E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5BCCE-85D5-405D-5725-378AB59C3E83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830C621-077F-A2CB-1D74-9593C1E42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1C38980-F41D-7600-78CA-50FE73277B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961319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B1B62A-A13C-786F-E0F6-33F6742DFD56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376B82E-8B6E-FCEE-91B1-12493B6A0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6F8386-CECD-6CE6-2553-C04C3A31695E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CBBFAE-103D-A7ED-C8F6-CB6DA5E07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D6CFBC2-1A23-1286-6F47-4ECEBBDC0980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11CD4E-8905-C1D0-6D25-BE3CE6C372C7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72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81D0E954-41C6-DFA7-3857-3D1A7430A2F9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48350AB-59C2-044F-5A77-90C216F13CD9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7E2C86-A7BD-7380-ED6A-7BC7D5AFD984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DCBCC5-7696-BEC3-846D-A44064B88289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921114-9B46-D86B-EA5A-E62CCE9248E6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73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1D225-6B48-9565-57D8-2A90AF6A1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8F0CB-3DA7-3A13-00FF-D553371CAF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9240F00-CA2A-F0E4-D63B-FE9CF03E864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49D43B26-3235-5F22-9BBF-2C6E6523C0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4121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057C-A3D4-08E4-2604-A9F72F55B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734CC4E2-6E6B-E253-994B-C02D0B675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EFF87-AE7C-7A3F-C662-58EBE90787D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4461C-C6B6-19AD-1ABC-C68F1E310E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57F4AA-108B-596F-AD8F-5FA0B623C48D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22ED87-3367-FBFA-0E3F-673B983FC3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C0FE73A-529D-EC36-46DC-28B804F5E36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741D3CCB-B69D-5FE8-62D2-50F44DC2A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604" y="1927313"/>
            <a:ext cx="4899357" cy="473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430929-FEC0-5982-1FC0-C2781E889A6E}"/>
              </a:ext>
            </a:extLst>
          </p:cNvPr>
          <p:cNvSpPr txBox="1"/>
          <p:nvPr/>
        </p:nvSpPr>
        <p:spPr>
          <a:xfrm>
            <a:off x="8065511" y="1927313"/>
            <a:ext cx="386879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Framework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방법을 그대로 따라 하기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70B0E5-D172-8F2F-D251-7B4B2FB75DBF}"/>
              </a:ext>
            </a:extLst>
          </p:cNvPr>
          <p:cNvSpPr/>
          <p:nvPr/>
        </p:nvSpPr>
        <p:spPr>
          <a:xfrm>
            <a:off x="3094653" y="2733676"/>
            <a:ext cx="895831" cy="8799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311786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B707-253F-B1E3-3E07-2C7AC114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1EF6D5A-C30E-FAE2-5039-36ED9A5A8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4A2928-E26A-055F-A052-1CC88BF0A69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6E2391-4586-F02D-74FF-A5120956B2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223F53-A7F7-9B9A-BA7D-C432076FC73F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6C8B8C-832B-7D4B-EE24-B393D22D2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36E8863-0CAF-25B4-E02A-05F35BE8C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53" y="1848672"/>
            <a:ext cx="5098455" cy="4527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88CCD-52A3-C5BC-B719-4736B8B0D7FA}"/>
              </a:ext>
            </a:extLst>
          </p:cNvPr>
          <p:cNvSpPr txBox="1"/>
          <p:nvPr/>
        </p:nvSpPr>
        <p:spPr>
          <a:xfrm>
            <a:off x="6711021" y="5573517"/>
            <a:ext cx="5048803" cy="705642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SUPABASE_URL=https://qezdlsaohqcqsmhttsve.supabase.co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SUPABASE_KEY=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sb_secret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_????_RBBsYSa4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D624CD8-F1D9-A74E-512C-026F7E59B1A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35664E1-9276-B3B8-41BD-04CD7BFB90B7}"/>
              </a:ext>
            </a:extLst>
          </p:cNvPr>
          <p:cNvSpPr/>
          <p:nvPr/>
        </p:nvSpPr>
        <p:spPr>
          <a:xfrm>
            <a:off x="5204610" y="4540066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3C2BDB-602D-47E4-EB4C-91A719DFFBDE}"/>
              </a:ext>
            </a:extLst>
          </p:cNvPr>
          <p:cNvSpPr/>
          <p:nvPr/>
        </p:nvSpPr>
        <p:spPr>
          <a:xfrm>
            <a:off x="5204610" y="5095701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7DC2FC-9AB3-532B-774B-4185A5F38EDF}"/>
              </a:ext>
            </a:extLst>
          </p:cNvPr>
          <p:cNvSpPr txBox="1"/>
          <p:nvPr/>
        </p:nvSpPr>
        <p:spPr>
          <a:xfrm>
            <a:off x="7855961" y="3132189"/>
            <a:ext cx="4096998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(Optional)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python-dotenv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환경변수 설정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최상위 디렉터리에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화면에 표시된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키를 입력</a:t>
            </a:r>
          </a:p>
        </p:txBody>
      </p:sp>
    </p:spTree>
    <p:extLst>
      <p:ext uri="{BB962C8B-B14F-4D97-AF65-F5344CB8AC3E}">
        <p14:creationId xmlns:p14="http://schemas.microsoft.com/office/powerpoint/2010/main" val="40150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7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D05D-B681-A0FF-44A8-B7EDD3E40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F580ED6-4B46-2DD8-D23D-3B1A5F3FFC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84CB29-200A-5149-9044-0F98C52F37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70C6C1-4197-0D31-07FF-6049C3DD0DB2}"/>
              </a:ext>
            </a:extLst>
          </p:cNvPr>
          <p:cNvSpPr txBox="1"/>
          <p:nvPr/>
        </p:nvSpPr>
        <p:spPr>
          <a:xfrm>
            <a:off x="581628" y="1398176"/>
            <a:ext cx="8365601" cy="310854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Client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.env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 로드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("SUPABASE_URL"); key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("SUPABASE_KEY")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not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or not key: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raise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ValueError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(".env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파일에서읽기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key)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response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supabase.table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("documents").select("*").execute()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컬럼 이름 확인용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8FE44-B05C-D62C-4056-263146456CF4}"/>
              </a:ext>
            </a:extLst>
          </p:cNvPr>
          <p:cNvSpPr txBox="1"/>
          <p:nvPr/>
        </p:nvSpPr>
        <p:spPr>
          <a:xfrm>
            <a:off x="6362386" y="3913804"/>
            <a:ext cx="5571920" cy="246221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본문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딕셔너리에서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키 이름으로 접근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컬럼 이름을 모르면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확인 가능합니다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("content") 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("text") or doc)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print("\n===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메타데이터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metadata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("metadata", {})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if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isinstance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(metadata,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dict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파일명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metadata.get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document_title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"))  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print("-" * 50)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45B8A29-9393-CF39-254A-0E36834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28" y="4506719"/>
            <a:ext cx="5132822" cy="186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46275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36" y="216774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20482</TotalTime>
  <Words>3098</Words>
  <Application>Microsoft Office PowerPoint</Application>
  <PresentationFormat>와이드스크린</PresentationFormat>
  <Paragraphs>583</Paragraphs>
  <Slides>101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101</vt:i4>
      </vt:variant>
    </vt:vector>
  </HeadingPairs>
  <TitlesOfParts>
    <vt:vector size="113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269</cp:revision>
  <dcterms:created xsi:type="dcterms:W3CDTF">2026-04-06T01:00:39Z</dcterms:created>
  <dcterms:modified xsi:type="dcterms:W3CDTF">2026-09-24T03:45:56Z</dcterms:modified>
  <cp:version/>
</cp:coreProperties>
</file>